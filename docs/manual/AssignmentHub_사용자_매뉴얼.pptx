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96eeddc93e42ea" /><Relationship Type="http://schemas.openxmlformats.org/officeDocument/2006/relationships/extended-properties" Target="/docProps/app.xml" Id="R43f818f8b9d34229" /><Relationship Type="http://schemas.openxmlformats.org/officeDocument/2006/relationships/officeDocument" Target="/ppt/presentation.xml" Id="R623320a0c2d647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fecf9e82dc458f"/>
  </p:sldMasterIdLst>
  <p:notesMasterIdLst>
    <p:notesMasterId xmlns:r="http://schemas.openxmlformats.org/officeDocument/2006/relationships" r:id="R292b67e3b0794410"/>
  </p:notesMasterIdLst>
  <p:sldIdLst>
    <p:sldId xmlns:r="http://schemas.openxmlformats.org/officeDocument/2006/relationships" id="256" r:id="R7beb11986eb44768"/>
    <p:sldId xmlns:r="http://schemas.openxmlformats.org/officeDocument/2006/relationships" id="257" r:id="R58d98b1e91ce4d83"/>
    <p:sldId xmlns:r="http://schemas.openxmlformats.org/officeDocument/2006/relationships" id="258" r:id="R7b88cffcb77f4da6"/>
    <p:sldId xmlns:r="http://schemas.openxmlformats.org/officeDocument/2006/relationships" id="259" r:id="R96bd1dde556241c2"/>
    <p:sldId xmlns:r="http://schemas.openxmlformats.org/officeDocument/2006/relationships" id="260" r:id="Rb1f750c24c704f8d"/>
    <p:sldId xmlns:r="http://schemas.openxmlformats.org/officeDocument/2006/relationships" id="261" r:id="R5cc1740c265f4336"/>
    <p:sldId xmlns:r="http://schemas.openxmlformats.org/officeDocument/2006/relationships" id="262" r:id="R7802d3dd443b4f6c"/>
    <p:sldId xmlns:r="http://schemas.openxmlformats.org/officeDocument/2006/relationships" id="263" r:id="Rfad8597367514d29"/>
    <p:sldId xmlns:r="http://schemas.openxmlformats.org/officeDocument/2006/relationships" id="264" r:id="R9665dc5b8e8240bd"/>
    <p:sldId xmlns:r="http://schemas.openxmlformats.org/officeDocument/2006/relationships" id="265" r:id="R4e1172d0224a408d"/>
    <p:sldId xmlns:r="http://schemas.openxmlformats.org/officeDocument/2006/relationships" id="266" r:id="R1b5e9a13701a4b1e"/>
    <p:sldId xmlns:r="http://schemas.openxmlformats.org/officeDocument/2006/relationships" id="267" r:id="Rfd003bccf4b44f4d"/>
    <p:sldId xmlns:r="http://schemas.openxmlformats.org/officeDocument/2006/relationships" id="268" r:id="R598daa79bad74d6c"/>
    <p:sldId xmlns:r="http://schemas.openxmlformats.org/officeDocument/2006/relationships" id="269" r:id="R59c34ab7db394c40"/>
    <p:sldId xmlns:r="http://schemas.openxmlformats.org/officeDocument/2006/relationships" id="270" r:id="R7fb60b8023c741d5"/>
    <p:sldId xmlns:r="http://schemas.openxmlformats.org/officeDocument/2006/relationships" id="271" r:id="Rb718a03c6aa1434e"/>
    <p:sldId xmlns:r="http://schemas.openxmlformats.org/officeDocument/2006/relationships" id="272" r:id="Rca17a371f04841c0"/>
    <p:sldId xmlns:r="http://schemas.openxmlformats.org/officeDocument/2006/relationships" id="273" r:id="Rbbaf641060c14b12"/>
    <p:sldId xmlns:r="http://schemas.openxmlformats.org/officeDocument/2006/relationships" id="274" r:id="R12219a12813e42ac"/>
    <p:sldId xmlns:r="http://schemas.openxmlformats.org/officeDocument/2006/relationships" id="275" r:id="R847dce5827684517"/>
    <p:sldId xmlns:r="http://schemas.openxmlformats.org/officeDocument/2006/relationships" id="276" r:id="Rb3db40342af848f8"/>
    <p:sldId xmlns:r="http://schemas.openxmlformats.org/officeDocument/2006/relationships" id="277" r:id="R282b4085371a4b91"/>
    <p:sldId xmlns:r="http://schemas.openxmlformats.org/officeDocument/2006/relationships" id="278" r:id="R6157dd03bff94b04"/>
    <p:sldId xmlns:r="http://schemas.openxmlformats.org/officeDocument/2006/relationships" id="279" r:id="R204d35da8cb44437"/>
    <p:sldId xmlns:r="http://schemas.openxmlformats.org/officeDocument/2006/relationships" id="280" r:id="R817ea916d747437d"/>
    <p:sldId xmlns:r="http://schemas.openxmlformats.org/officeDocument/2006/relationships" id="281" r:id="R104ac13837d249d9"/>
    <p:sldId xmlns:r="http://schemas.openxmlformats.org/officeDocument/2006/relationships" id="282" r:id="R4c9a66af13654609"/>
    <p:sldId xmlns:r="http://schemas.openxmlformats.org/officeDocument/2006/relationships" id="283" r:id="R0c84691aa4a849b7"/>
    <p:sldId xmlns:r="http://schemas.openxmlformats.org/officeDocument/2006/relationships" id="284" r:id="Rc7e45cd253b8441a"/>
    <p:sldId xmlns:r="http://schemas.openxmlformats.org/officeDocument/2006/relationships" id="285" r:id="R56b8e040e36c409b"/>
    <p:sldId xmlns:r="http://schemas.openxmlformats.org/officeDocument/2006/relationships" id="286" r:id="Rd1fc2446c78b4296"/>
    <p:sldId xmlns:r="http://schemas.openxmlformats.org/officeDocument/2006/relationships" id="287" r:id="Ra2d06380f25c4068"/>
    <p:sldId xmlns:r="http://schemas.openxmlformats.org/officeDocument/2006/relationships" id="288" r:id="R908c72fbffaa44bd"/>
    <p:sldId xmlns:r="http://schemas.openxmlformats.org/officeDocument/2006/relationships" id="289" r:id="R1c3d372c5b0a4257"/>
    <p:sldId xmlns:r="http://schemas.openxmlformats.org/officeDocument/2006/relationships" id="290" r:id="R592c883062504312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9cc97ec915492f" /><Relationship Type="http://schemas.openxmlformats.org/officeDocument/2006/relationships/slideMaster" Target="/ppt/slideMasters/slideMaster1.xml" Id="R71fecf9e82dc458f" /><Relationship Type="http://schemas.openxmlformats.org/officeDocument/2006/relationships/notesMaster" Target="/ppt/notesMasters/notesMaster1.xml" Id="R292b67e3b0794410" /><Relationship Type="http://schemas.openxmlformats.org/officeDocument/2006/relationships/presProps" Target="/ppt/presProps.xml" Id="R95d6958a5b344468" /><Relationship Type="http://schemas.openxmlformats.org/officeDocument/2006/relationships/tableStyles" Target="/ppt/tableStyles.xml" Id="Re39b5f41db6f4572" /><Relationship Type="http://schemas.openxmlformats.org/officeDocument/2006/relationships/slide" Target="/ppt/slides/slide1.xml" Id="R7beb11986eb44768" /><Relationship Type="http://schemas.openxmlformats.org/officeDocument/2006/relationships/slide" Target="/ppt/slides/slide2.xml" Id="R58d98b1e91ce4d83" /><Relationship Type="http://schemas.openxmlformats.org/officeDocument/2006/relationships/slide" Target="/ppt/slides/slide3.xml" Id="R7b88cffcb77f4da6" /><Relationship Type="http://schemas.openxmlformats.org/officeDocument/2006/relationships/slide" Target="/ppt/slides/slide4.xml" Id="R96bd1dde556241c2" /><Relationship Type="http://schemas.openxmlformats.org/officeDocument/2006/relationships/slide" Target="/ppt/slides/slide5.xml" Id="Rb1f750c24c704f8d" /><Relationship Type="http://schemas.openxmlformats.org/officeDocument/2006/relationships/slide" Target="/ppt/slides/slide6.xml" Id="R5cc1740c265f4336" /><Relationship Type="http://schemas.openxmlformats.org/officeDocument/2006/relationships/slide" Target="/ppt/slides/slide7.xml" Id="R7802d3dd443b4f6c" /><Relationship Type="http://schemas.openxmlformats.org/officeDocument/2006/relationships/slide" Target="/ppt/slides/slide8.xml" Id="Rfad8597367514d29" /><Relationship Type="http://schemas.openxmlformats.org/officeDocument/2006/relationships/slide" Target="/ppt/slides/slide9.xml" Id="R9665dc5b8e8240bd" /><Relationship Type="http://schemas.openxmlformats.org/officeDocument/2006/relationships/slide" Target="/ppt/slides/slide10.xml" Id="R4e1172d0224a408d" /><Relationship Type="http://schemas.openxmlformats.org/officeDocument/2006/relationships/slide" Target="/ppt/slides/slide11.xml" Id="R1b5e9a13701a4b1e" /><Relationship Type="http://schemas.openxmlformats.org/officeDocument/2006/relationships/slide" Target="/ppt/slides/slide12.xml" Id="Rfd003bccf4b44f4d" /><Relationship Type="http://schemas.openxmlformats.org/officeDocument/2006/relationships/slide" Target="/ppt/slides/slide13.xml" Id="R598daa79bad74d6c" /><Relationship Type="http://schemas.openxmlformats.org/officeDocument/2006/relationships/slide" Target="/ppt/slides/slide14.xml" Id="R59c34ab7db394c40" /><Relationship Type="http://schemas.openxmlformats.org/officeDocument/2006/relationships/slide" Target="/ppt/slides/slide15.xml" Id="R7fb60b8023c741d5" /><Relationship Type="http://schemas.openxmlformats.org/officeDocument/2006/relationships/slide" Target="/ppt/slides/slide16.xml" Id="Rb718a03c6aa1434e" /><Relationship Type="http://schemas.openxmlformats.org/officeDocument/2006/relationships/slide" Target="/ppt/slides/slide17.xml" Id="Rca17a371f04841c0" /><Relationship Type="http://schemas.openxmlformats.org/officeDocument/2006/relationships/slide" Target="/ppt/slides/slide18.xml" Id="Rbbaf641060c14b12" /><Relationship Type="http://schemas.openxmlformats.org/officeDocument/2006/relationships/slide" Target="/ppt/slides/slide19.xml" Id="R12219a12813e42ac" /><Relationship Type="http://schemas.openxmlformats.org/officeDocument/2006/relationships/slide" Target="/ppt/slides/slide20.xml" Id="R847dce5827684517" /><Relationship Type="http://schemas.openxmlformats.org/officeDocument/2006/relationships/slide" Target="/ppt/slides/slide21.xml" Id="Rb3db40342af848f8" /><Relationship Type="http://schemas.openxmlformats.org/officeDocument/2006/relationships/slide" Target="/ppt/slides/slide22.xml" Id="R282b4085371a4b91" /><Relationship Type="http://schemas.openxmlformats.org/officeDocument/2006/relationships/slide" Target="/ppt/slides/slide23.xml" Id="R6157dd03bff94b04" /><Relationship Type="http://schemas.openxmlformats.org/officeDocument/2006/relationships/slide" Target="/ppt/slides/slide24.xml" Id="R204d35da8cb44437" /><Relationship Type="http://schemas.openxmlformats.org/officeDocument/2006/relationships/slide" Target="/ppt/slides/slide25.xml" Id="R817ea916d747437d" /><Relationship Type="http://schemas.openxmlformats.org/officeDocument/2006/relationships/slide" Target="/ppt/slides/slide26.xml" Id="R104ac13837d249d9" /><Relationship Type="http://schemas.openxmlformats.org/officeDocument/2006/relationships/slide" Target="/ppt/slides/slide27.xml" Id="R4c9a66af13654609" /><Relationship Type="http://schemas.openxmlformats.org/officeDocument/2006/relationships/slide" Target="/ppt/slides/slide28.xml" Id="R0c84691aa4a849b7" /><Relationship Type="http://schemas.openxmlformats.org/officeDocument/2006/relationships/slide" Target="/ppt/slides/slide29.xml" Id="Rc7e45cd253b8441a" /><Relationship Type="http://schemas.openxmlformats.org/officeDocument/2006/relationships/slide" Target="/ppt/slides/slide30.xml" Id="R56b8e040e36c409b" /><Relationship Type="http://schemas.openxmlformats.org/officeDocument/2006/relationships/slide" Target="/ppt/slides/slide31.xml" Id="Rd1fc2446c78b4296" /><Relationship Type="http://schemas.openxmlformats.org/officeDocument/2006/relationships/slide" Target="/ppt/slides/slide32.xml" Id="Ra2d06380f25c4068" /><Relationship Type="http://schemas.openxmlformats.org/officeDocument/2006/relationships/slide" Target="/ppt/slides/slide33.xml" Id="R908c72fbffaa44bd" /><Relationship Type="http://schemas.openxmlformats.org/officeDocument/2006/relationships/slide" Target="/ppt/slides/slide34.xml" Id="R1c3d372c5b0a4257" /><Relationship Type="http://schemas.openxmlformats.org/officeDocument/2006/relationships/slide" Target="/ppt/slides/slide35.xml" Id="R592c8830625043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215f2d6cee4c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1058711b144543" /><Relationship Type="http://schemas.openxmlformats.org/officeDocument/2006/relationships/notesMaster" Target="/ppt/notesMasters/notesMaster1.xml" Id="R19a743eef9b845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008b03bb164912" /><Relationship Type="http://schemas.openxmlformats.org/officeDocument/2006/relationships/notesMaster" Target="/ppt/notesMasters/notesMaster1.xml" Id="Rd2127f961ae442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24aeb97a2f4bc0" /><Relationship Type="http://schemas.openxmlformats.org/officeDocument/2006/relationships/notesMaster" Target="/ppt/notesMasters/notesMaster1.xml" Id="R5ccf4a564a2d41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1a20c9647c458b" /><Relationship Type="http://schemas.openxmlformats.org/officeDocument/2006/relationships/notesMaster" Target="/ppt/notesMasters/notesMaster1.xml" Id="R6ffd038a950d4e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f4722d0a084eb7" /><Relationship Type="http://schemas.openxmlformats.org/officeDocument/2006/relationships/notesMaster" Target="/ppt/notesMasters/notesMaster1.xml" Id="R84961f2a4cf842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0e1ece13dc40aa" /><Relationship Type="http://schemas.openxmlformats.org/officeDocument/2006/relationships/notesMaster" Target="/ppt/notesMasters/notesMaster1.xml" Id="Rbe7564ea2dd74d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f42d272ba04174" /><Relationship Type="http://schemas.openxmlformats.org/officeDocument/2006/relationships/notesMaster" Target="/ppt/notesMasters/notesMaster1.xml" Id="R1c94fb778ad449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b4b6a3783c4f2d" /><Relationship Type="http://schemas.openxmlformats.org/officeDocument/2006/relationships/notesMaster" Target="/ppt/notesMasters/notesMaster1.xml" Id="R9165806e86d54e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b31a8d4ada4f07" /><Relationship Type="http://schemas.openxmlformats.org/officeDocument/2006/relationships/notesMaster" Target="/ppt/notesMasters/notesMaster1.xml" Id="R1cbfce13bff643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d127fe527041a3" /><Relationship Type="http://schemas.openxmlformats.org/officeDocument/2006/relationships/notesMaster" Target="/ppt/notesMasters/notesMaster1.xml" Id="R77fb8e35fe3049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0a15f55ed847be" /><Relationship Type="http://schemas.openxmlformats.org/officeDocument/2006/relationships/notesMaster" Target="/ppt/notesMasters/notesMaster1.xml" Id="R3d0d915486e94f9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730259b02f4236" /><Relationship Type="http://schemas.openxmlformats.org/officeDocument/2006/relationships/notesMaster" Target="/ppt/notesMasters/notesMaster1.xml" Id="R997b97cab29a43b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fb3fa39d7b4b5e" /><Relationship Type="http://schemas.openxmlformats.org/officeDocument/2006/relationships/notesMaster" Target="/ppt/notesMasters/notesMaster1.xml" Id="R3351921a342443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f6af736d34467d" /><Relationship Type="http://schemas.openxmlformats.org/officeDocument/2006/relationships/notesMaster" Target="/ppt/notesMasters/notesMaster1.xml" Id="Ra5365539472b408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f39d012c30f4db1" /><Relationship Type="http://schemas.openxmlformats.org/officeDocument/2006/relationships/notesMaster" Target="/ppt/notesMasters/notesMaster1.xml" Id="R66166f98b3ff4f4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0c60e7114e4843" /><Relationship Type="http://schemas.openxmlformats.org/officeDocument/2006/relationships/notesMaster" Target="/ppt/notesMasters/notesMaster1.xml" Id="Rfa45944c539446f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d11e55a2d14b01" /><Relationship Type="http://schemas.openxmlformats.org/officeDocument/2006/relationships/notesMaster" Target="/ppt/notesMasters/notesMaster1.xml" Id="R91f8d34577914f7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16d5fea83e4565" /><Relationship Type="http://schemas.openxmlformats.org/officeDocument/2006/relationships/notesMaster" Target="/ppt/notesMasters/notesMaster1.xml" Id="R9aceaf97cd5443e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8da9c9ec9304874" /><Relationship Type="http://schemas.openxmlformats.org/officeDocument/2006/relationships/notesMaster" Target="/ppt/notesMasters/notesMaster1.xml" Id="Rfe0c46b7d1bb4e3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ffd91a08ebb4263" /><Relationship Type="http://schemas.openxmlformats.org/officeDocument/2006/relationships/notesMaster" Target="/ppt/notesMasters/notesMaster1.xml" Id="R1a3e642d2586408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b47736503f44714" /><Relationship Type="http://schemas.openxmlformats.org/officeDocument/2006/relationships/notesMaster" Target="/ppt/notesMasters/notesMaster1.xml" Id="Rfd51bdd17e9446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e8aa06c6fcd4de4" /><Relationship Type="http://schemas.openxmlformats.org/officeDocument/2006/relationships/notesMaster" Target="/ppt/notesMasters/notesMaster1.xml" Id="R36fa4c2778e5495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5f154c796464635" /><Relationship Type="http://schemas.openxmlformats.org/officeDocument/2006/relationships/notesMaster" Target="/ppt/notesMasters/notesMaster1.xml" Id="R6909a9f1044f45d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0fa68789ae64330" /><Relationship Type="http://schemas.openxmlformats.org/officeDocument/2006/relationships/notesMaster" Target="/ppt/notesMasters/notesMaster1.xml" Id="Ra320c737665e4be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65ab24824994b36" /><Relationship Type="http://schemas.openxmlformats.org/officeDocument/2006/relationships/notesMaster" Target="/ppt/notesMasters/notesMaster1.xml" Id="R212d39c108804a0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0616ce6ccd14e72" /><Relationship Type="http://schemas.openxmlformats.org/officeDocument/2006/relationships/notesMaster" Target="/ppt/notesMasters/notesMaster1.xml" Id="Rb9399d8716d0420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e6b97cecc004306" /><Relationship Type="http://schemas.openxmlformats.org/officeDocument/2006/relationships/notesMaster" Target="/ppt/notesMasters/notesMaster1.xml" Id="R6544e752f603429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d1c9392590042e6" /><Relationship Type="http://schemas.openxmlformats.org/officeDocument/2006/relationships/notesMaster" Target="/ppt/notesMasters/notesMaster1.xml" Id="R63e3ab8e2a7946f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8f94a57dc694228" /><Relationship Type="http://schemas.openxmlformats.org/officeDocument/2006/relationships/notesMaster" Target="/ppt/notesMasters/notesMaster1.xml" Id="Rbd0ce497da47430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755fa3a971248c8" /><Relationship Type="http://schemas.openxmlformats.org/officeDocument/2006/relationships/notesMaster" Target="/ppt/notesMasters/notesMaster1.xml" Id="R1db5d80f59024ce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b1ecf9ad5a8453c" /><Relationship Type="http://schemas.openxmlformats.org/officeDocument/2006/relationships/notesMaster" Target="/ppt/notesMasters/notesMaster1.xml" Id="Reff3c17d38ae42d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353d97500844a04" /><Relationship Type="http://schemas.openxmlformats.org/officeDocument/2006/relationships/notesMaster" Target="/ppt/notesMasters/notesMaster1.xml" Id="Ra2e197c644aa43d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bdac5ef82b44db2" /><Relationship Type="http://schemas.openxmlformats.org/officeDocument/2006/relationships/notesMaster" Target="/ppt/notesMasters/notesMaster1.xml" Id="R344a78da1c89488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6ebec78d48745f2" /><Relationship Type="http://schemas.openxmlformats.org/officeDocument/2006/relationships/notesMaster" Target="/ppt/notesMasters/notesMaster1.xml" Id="Rfb181ad1207544d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07f29eb808a4d1f" /><Relationship Type="http://schemas.openxmlformats.org/officeDocument/2006/relationships/notesMaster" Target="/ppt/notesMasters/notesMaster1.xml" Id="Rc70f969fcb3f4a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운영자는 시나리오 01~04를 먼저 확인합니다. 수강생은 05~08을 참고합니다. 배포용 퀵가이드에는 운영자와 수강생 절차를 각각 한 쪽에 정리했습니다.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운영자는 01~04부터, 수강생은 05~08부터 확인합니다. 빠른 안내는 별도 2쪽 퀵가이드를 사용하세요.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다운로드와 압축 해제</a:t>
            </a:r>
          </a:p>
          <a:p xmlns:a="http://schemas.openxmlformats.org/drawingml/2006/main">
            <a:r>
              <a:t>v1.3.0의 Windows x64 배포 ZIP 전체를 쓰기 가능한 폴더에 풉니다. Python과 라이브러리가 포함되어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관리창 실행</a:t>
            </a:r>
          </a:p>
          <a:p xmlns:a="http://schemas.openxmlformats.org/drawingml/2006/main">
            <a:r>
              <a:t>폴더 안의 start.bat를 더블클릭합니다. 관리창이 열리면 새 과정 만들기를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ZIP 내부에서 직접 실행하지 마세요. setup.bat는 선택적인 오프라인 점검이며 설치 도구가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 예시</a:t>
            </a:r>
          </a:p>
          <a:p xmlns:a="http://schemas.openxmlformats.org/drawingml/2006/main">
            <a:r>
              <a:t>과정명은 파이썬 기초 실습으로 입력합니다. 안내 IP는 실제 서버 PC의 교육장 네트워크 주소를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저장 위치와 계정</a:t>
            </a:r>
          </a:p>
          <a:p xmlns:a="http://schemas.openxmlformats.org/drawingml/2006/main">
            <a:r>
              <a:t>과정 ID·포트·저장 폴더를 확인합니다. 관리자 ID와 8~128자의 비밀번호를 정하고 확인란에도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캡처의 127.0.0.1과 임시 경로는 예시입니다. 다른 PC에는 실제 서버의 IP와 포트를 안내합니다.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기본값 확인</a:t>
            </a:r>
          </a:p>
          <a:p xmlns:a="http://schemas.openxmlformats.org/drawingml/2006/main">
            <a:r>
              <a:t>파일당 2 GiB, 수강생별 누적 10 GiB, 디스크 최소 여유 5 GiB입니다. 한 번에 최대 10개 파일을 제출합니다.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과정 생성</a:t>
            </a:r>
          </a:p>
          <a:p xmlns:a="http://schemas.openxmlformats.org/drawingml/2006/main">
            <a:r>
              <a:t>용량·전송 설정을 확인한 뒤 과정 만들기를 누릅니다. 다음 수업부터는 저장된 과정을 선택하면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누적 사용량에는 다른 과제와 이전 제출 버전도 포함합니다. 기존 파일은 한도를 낮춰도 삭제되지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 중 확인</a:t>
            </a:r>
          </a:p>
          <a:p xmlns:a="http://schemas.openxmlformats.org/drawingml/2006/main">
            <a:r>
              <a:t>과정을 선택하고 서버 시작을 누릅니다. 상태가 실행 중이 되면 관리자 화면 열기를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수강생 접속 확인</a:t>
            </a:r>
          </a:p>
          <a:p xmlns:a="http://schemas.openxmlformats.org/drawingml/2006/main">
            <a:r>
              <a:t>주소 복사로 URL을 전달합니다. 예: http://192.168.0.10:8501. 수강생 PC에서도 같은 주소가 열리는지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 IP를 그대로 쓰지 말고 실제 주소로 바꾸세요. 관리창을 닫아도 서버는 계속 실행됩니다.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관리자 로그인</a:t>
            </a:r>
          </a:p>
          <a:p xmlns:a="http://schemas.openxmlformats.org/drawingml/2006/main">
            <a:r>
              <a:t>과정을 만들 때 정한 관리자 계정으로 로그인합니다. 운영 안내에서 수강생 명단 등록으로 이동합니다.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준비 완료 기준</a:t>
            </a:r>
          </a:p>
          <a:p xmlns:a="http://schemas.openxmlformats.org/drawingml/2006/main">
            <a:r>
              <a:t>명단이 등록되고 수업에 사용할 과제가 접수 중인지 확인합니다. 학생에게 접속 주소와 본인의 계정을 안내합니다.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학생별 임시비밀번호를 전체 공지에 올리지 말고 해당 학생에게 전달합니다.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명단 예시</a:t>
            </a:r>
          </a:p>
          <a:p xmlns:a="http://schemas.openxmlformats.org/drawingml/2006/main">
            <a:r>
              <a:t>user_id, name, group 헤더와 001 홍길동 A반, 002 김민수 B반을 탭으로 구분해 붙여넣습니다.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미리보기와 반영</a:t>
            </a:r>
          </a:p>
          <a:p xmlns:a="http://schemas.openxmlformats.org/drawingml/2006/main">
            <a:r>
              <a:t>명단 검증 및 미리보기를 누릅니다. 오류가 없고 ID·이름·그룹이 맞으면 검증된 명단 반영을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user_id와 name은 필수, group은 선택입니다. 엑셀에서 헤더를 포함한 셀 범위를 복사해도 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TSV 파일 등록</a:t>
            </a:r>
          </a:p>
          <a:p xmlns:a="http://schemas.openxmlformats.org/drawingml/2006/main">
            <a:r>
              <a:t>명단 TSV 템플릿 또는 01-first-roster.tsv를 수정해 올립니다. 검증 후 ID·이름·그룹을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공통 비밀번호(선택)</a:t>
            </a:r>
          </a:p>
          <a:p xmlns:a="http://schemas.openxmlformats.org/drawingml/2006/main">
            <a:r>
              <a:t>신규 수강생에게 공통 임시비밀번호 사용을 켜고 영문·숫자 8자리를 입력합니다. 이번 명단의 신규 계정에 같은 값이 적용됩니다.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기본은 개인별 임시비밀번호 8자리입니다. 공통값은 명단 등록 때 지정하며, 추가 등록 시 같은 값을 다시 입력합니다.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오류 예시</a:t>
            </a:r>
          </a:p>
          <a:p xmlns:a="http://schemas.openxmlformats.org/drawingml/2006/main">
            <a:r>
              <a:t>001을 서로 다른 두 사람에게 입력하면 중복 ID 오류가 표시됩니다. 검증된 명단 반영은 사용할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수정 후 재검증</a:t>
            </a:r>
          </a:p>
          <a:p xmlns:a="http://schemas.openxmlformats.org/drawingml/2006/main">
            <a:r>
              <a:t>두 번째 ID를 002로 고친 뒤 다시 검증합니다. 입력 내용이나 입력 방법이 바뀌면 이전 미리보기는 해제됩니다.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엑셀에서 이미 숫자로 바뀌어 사라진 0은 복원하지 않습니다. 001과 1은 서로 다른 계정입니다.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신규 계정 확인</a:t>
            </a:r>
          </a:p>
          <a:p xmlns:a="http://schemas.openxmlformats.org/drawingml/2006/main">
            <a:r>
              <a:t>신규 계정의 임시비밀번호는 영문·숫자 8자리입니다. 임시비밀번호 결과 CSV를 내려받아 본인 ID와 함께 전달합니다.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결과 닫기</a:t>
            </a:r>
          </a:p>
          <a:p xmlns:a="http://schemas.openxmlformats.org/drawingml/2006/main">
            <a:r>
              <a:t>전달을 마치면 임시비밀번호 결과 닫기를 누릅니다. 화면 예시는 결과를 닫은 뒤의 사용자 목록입니다.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명단 입력은 TSV입니다. 비밀번호와 현황의 내보내기 파일은 CSV이며, 초기 비밀번호는 다시 조회할 수 없습니다.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변경 명단 예시</a:t>
            </a:r>
          </a:p>
          <a:p xmlns:a="http://schemas.openxmlformats.org/drawingml/2006/main">
            <a:r>
              <a:t>002 김민수를 B반에서 A반으로 옮기고, 003 이서연을 B반에 추가합니다. 두 행만 TSV로 입력해 검증합니다.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기존 정보 갱신</a:t>
            </a:r>
          </a:p>
          <a:p xmlns:a="http://schemas.openxmlformats.org/drawingml/2006/main">
            <a:r>
              <a:t>기존 계정의 이름·그룹 변경도 적용 옵션을 선택하고 반영합니다. 신규 1명 등록과 기존 1명 변경을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기존 비밀번호·활성 상태·제출은 유지합니다. 이번 TSV에 없는 기존 계정을 삭제하거나 비활성화하지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대상 확인</a:t>
            </a:r>
          </a:p>
          <a:p xmlns:a="http://schemas.openxmlformats.org/drawingml/2006/main">
            <a:r>
              <a:t>사용자 관리에서 ID 002를 검색하고 관리할 수강생을 확인합니다. 기존 권한 무효화 안내에 체크합니다.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초기화와 재로그인</a:t>
            </a:r>
          </a:p>
          <a:p xmlns:a="http://schemas.openxmlformats.org/drawingml/2006/main">
            <a:r>
              <a:t>비밀번호 초기화를 눌러 새 임시비밀번호를 해당 학생에게 전달합니다. 학생은 새 비밀번호로 변경 후 다시 로그인합니다.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초기화는 기존 로그인·업로드 권한을 즉시 무효화합니다. 완료된 제출 파일과 이력은 유지합니다.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작성</a:t>
            </a:r>
          </a:p>
          <a:p xmlns:a="http://schemas.openxmlformats.org/drawingml/2006/main">
            <a:r>
              <a:t>과제 관리에서 새 과제 추가를 펼칩니다. 제목은 1주차 실습 과제, 설명에는 제출할 파일과 수정본 처리 방법을 적습니다.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접수 시작</a:t>
            </a:r>
          </a:p>
          <a:p xmlns:a="http://schemas.openxmlformats.org/drawingml/2006/main">
            <a:r>
              <a:t>즉시 접수 시작을 확인하고 과제 추가를 누릅니다. 학생에게 여러 과제 중 선택할 정확한 제목을 안내합니다.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처음 생성된 기본 과제를 수정해 사용해도 됩니다. 여기서는 별도 과제를 추가하는 상황입니다.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마감 예시</a:t>
            </a:r>
          </a:p>
          <a:p xmlns:a="http://schemas.openxmlformats.org/drawingml/2006/main">
            <a:r>
              <a:t>수업 종료 시 과제 관리에서 1주차 실습 과제를 선택합니다. 접수 중을 해제하고 변경 사항 저장을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종료의 범위</a:t>
            </a:r>
          </a:p>
          <a:p xmlns:a="http://schemas.openxmlformats.org/drawingml/2006/main">
            <a:r>
              <a:t>이후 신규 제출 시작을 막습니다. 종료 전에 시작한 유효한 업로드는 보관 시간 내에 완료할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즉시 모든 전송을 멈춰야 한다면 학생에게 안내하고 서버를 중지합니다. 접수 종료만으로 기존 전송을 끊지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받은 계정 입력</a:t>
            </a:r>
          </a:p>
          <a:p xmlns:a="http://schemas.openxmlformats.org/drawingml/2006/main">
            <a:r>
              <a:t>서버 주소를 열고 ID 001과 본인의 임시비밀번호로 로그인합니다. ID의 앞자리 0과 대소문자를 그대로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비밀번호 변경</a:t>
            </a:r>
          </a:p>
          <a:p xmlns:a="http://schemas.openxmlformats.org/drawingml/2006/main">
            <a:r>
              <a:t>현재 임시비밀번호와 새로운 8~128자 비밀번호를 입력합니다. 변경을 마치고 새 비밀번호로 다시 로그인합니다.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비밀번호 변경을 마쳐야 과제를 조회하고 파일을 제출할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제출할 과제 선택</a:t>
            </a:r>
          </a:p>
          <a:p xmlns:a="http://schemas.openxmlformats.org/drawingml/2006/main">
            <a:r>
              <a:t>수업 화면에서 안내받은 과제를 고릅니다. 과제 설명과 접수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제출 버튼</a:t>
            </a:r>
          </a:p>
          <a:p xmlns:a="http://schemas.openxmlformats.org/drawingml/2006/main">
            <a:r>
              <a:t>파일 제출·이어 올리기를 누릅니다. 현재 로그인한 계정과 선택한 과제로 제출 창이 바로 열립니다.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 발급이나 입력 없이 제출할 수 있습니다. 수업 화면에서 로그아웃하면 열어 둔 제출 창의 로그인도 종료됩니다.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본인 계정과 과제 확인</a:t>
            </a:r>
          </a:p>
          <a:p xmlns:a="http://schemas.openxmlformats.org/drawingml/2006/main">
            <a:r>
              <a:t>제출 창에 본인의 ID와 선택한 과제가 표시됩니다. 파일을 선택한 뒤 제출 시작을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주소로 직접 접속한 경우</a:t>
            </a:r>
          </a:p>
          <a:p xmlns:a="http://schemas.openxmlformats.org/drawingml/2006/main">
            <a:r>
              <a:t>제출 창 주소를 직접 열었거나 로그인이 끝났다면 본인 ID와 변경한 비밀번호로 로그인합니다.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전송이 중단되면 미완료 작업을 선택해 이어 올릴 수 있습니다. 처음 선택한 원본 파일을 그대로 보관하세요.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파일 선택 예시</a:t>
            </a:r>
          </a:p>
          <a:p xmlns:a="http://schemas.openxmlformats.org/drawingml/2006/main">
            <a:r>
              <a:t>1주차 실습 과제를 선택하고 1주차_실습결과.txt와 제출_설명.txt를 함께 선택합니다. PC에서는 끌어 놓기도 가능합니다.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전송 시작</a:t>
            </a:r>
          </a:p>
          <a:p xmlns:a="http://schemas.openxmlformats.org/drawingml/2006/main">
            <a:r>
              <a:t>파일명·개수·총용량과 내 저장 공간을 확인합니다. 제출 시작을 누르고 전송·검증·저장 상태를 기다립니다.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선택만으로 전송되지 않습니다. 여러 파일은 하나의 묶음으로, 모두 끝나야 완료 제출로 집계됩니다.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완료 기준</a:t>
            </a:r>
          </a:p>
          <a:p xmlns:a="http://schemas.openxmlformats.org/drawingml/2006/main">
            <a:r>
              <a:t>제출이 완료되었습니다 안내와 제출번호가 나타나는지 확인합니다. 100% 진행률만으로 제출 완료를 판단하지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내역 확인</a:t>
            </a:r>
          </a:p>
          <a:p xmlns:a="http://schemas.openxmlformats.org/drawingml/2006/main">
            <a:r>
              <a:t>과제명, ID, 파일 목록, 버전과 서버 완료 시각을 확인합니다. 문의할 때 제출번호를 함께 알려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 이력에서 파일을 다운로드해 서버에 저장된 내용을 확인할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중단 상황</a:t>
            </a:r>
          </a:p>
          <a:p xmlns:a="http://schemas.openxmlformats.org/drawingml/2006/main">
            <a:r>
              <a:t>예시는 첫 파일의 일부가 서버에 저장된 뒤 전송이 중단된 상태입니다. 원본 파일을 수정하지 않고 보관합니다.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창에서 재시도</a:t>
            </a:r>
          </a:p>
          <a:p xmlns:a="http://schemas.openxmlformats.org/drawingml/2006/main">
            <a:r>
              <a:t>네트워크가 복구되면 다시 시도를 누릅니다. 계속 실패하면 관리자에게 접속 상태와 남은 공간을 확인해 달라고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서버가 확정한 수신량부터 이어 올립니다. 완료 전의 작업은 제출자 수에 포함되지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미완료 작업 선택</a:t>
            </a:r>
          </a:p>
          <a:p xmlns:a="http://schemas.openxmlformats.org/drawingml/2006/main">
            <a:r>
              <a:t>다시 로그인하고 이어 올리기에서 이 작업 이어 올리기를 누릅니다. 좁은 화면에서는 아래로 스크롤합니다.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동일 원본 다시 선택</a:t>
            </a:r>
          </a:p>
          <a:p xmlns:a="http://schemas.openxmlformats.org/drawingml/2006/main">
            <a:r>
              <a:t>처음의 두 파일을 모두 다시 선택하고 확인 후 이어 올리기를 누릅니다. 서버가 확인한 지점부터 전송을 계속합니다.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이름·크기·내용이 같은 원본이어야 합니다. 수정한 파일은 미완료 작업을 취소하고 새로 제출합니다.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새 제출 선택</a:t>
            </a:r>
          </a:p>
          <a:p xmlns:a="http://schemas.openxmlformats.org/drawingml/2006/main">
            <a:r>
              <a:t>이미 완료한 파일을 수정했다면 다른 파일 새로 제출을 누릅니다. 같은 과제를 선택하고 수정본 파일을 고릅니다.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새 버전 확인</a:t>
            </a:r>
          </a:p>
          <a:p xmlns:a="http://schemas.openxmlformats.org/drawingml/2006/main">
            <a:r>
              <a:t>제출 시작을 누른 뒤 새로운 제출번호와 버전 2를 확인합니다. 이전에 완료한 버전 1은 보존됩니다.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수정본을 기존 미완료 작업에 이어 붙이지 않습니다. 예시는 1주차_실습결과_수정본.txt를 새로 제출합니다.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이력 비교</a:t>
            </a:r>
          </a:p>
          <a:p xmlns:a="http://schemas.openxmlformats.org/drawingml/2006/main">
            <a:r>
              <a:t>완료된 제출 이력에서 버전 2와 버전 1을 확인합니다. 각 묶음의 파일 목록과 완료 시각을 비교할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필요한 파일 다운로드</a:t>
            </a:r>
          </a:p>
          <a:p xmlns:a="http://schemas.openxmlformats.org/drawingml/2006/main">
            <a:r>
              <a:t>원하는 버전의 다운로드를 누릅니다. 새 제출이 실패하더라도 이전 완료 제출은 계속 남아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이전 버전도 학생의 누적 저장 용량에 포함됩니다. 같은 파일명도 제출 버전마다 따로 보존합니다.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수업의 제출 현황</a:t>
            </a:r>
          </a:p>
          <a:p xmlns:a="http://schemas.openxmlformats.org/drawingml/2006/main">
            <a:r>
              <a:t>조회할 과제로 1주차 실습 과제를 선택합니다. 예시는 활성 3명 중 001만 두 번 제출한 상태입니다.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집계 해석</a:t>
            </a:r>
          </a:p>
          <a:p xmlns:a="http://schemas.openxmlformats.org/drawingml/2006/main">
            <a:r>
              <a:t>제출자는 1명, 미제출자는 2명입니다. 같은 학생이 여러 번 제출해도 제출자 수는 한 명으로 계산합니다.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관리자와 미완료 작업은 제출자 수에 포함하지 않습니다. 완료된 제출을 기준으로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미제출자 조회</a:t>
            </a:r>
          </a:p>
          <a:p xmlns:a="http://schemas.openxmlformats.org/drawingml/2006/main">
            <a:r>
              <a:t>목록 필터에서 미제출자를 선택합니다. 예시에서는 002와 003에게 제출 여부를 확인하면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그룹별 확인</a:t>
            </a:r>
          </a:p>
          <a:p xmlns:a="http://schemas.openxmlformats.org/drawingml/2006/main">
            <a:r>
              <a:t>그룹 정확히 일치에 A반을 입력하면 해당 그룹을 조회합니다. 비활성 계정 기록은 포함 옵션을 켜서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검색·그룹 조건이 적용된 현황과 전체 현황 CSV의 범위를 구분하세요.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완료 제출물 확인</a:t>
            </a:r>
          </a:p>
          <a:p xmlns:a="http://schemas.openxmlformats.org/drawingml/2006/main">
            <a:r>
              <a:t>원하는 제출번호를 펼쳐 파일명·용량·버전을 확인합니다. 다운로드 준비를 누른 뒤 파일 다운로드를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CSV 내보내기</a:t>
            </a:r>
          </a:p>
          <a:p xmlns:a="http://schemas.openxmlformats.org/drawingml/2006/main">
            <a:r>
              <a:t>이 과제의 전체 현황 CSV 준비를 누르고 다운로드합니다. 이 파일은 화면 필터와 관계없이 해당 과제의 전체 현황입니다.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명단을 넣을 때는 TSV, 결과를 내보낼 때는 CSV를 사용합니다. 학생별 계정 정보를 포함한 파일은 관리자가 보관합니다.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항목별 확인</a:t>
            </a:r>
          </a:p>
          <a:p xmlns:a="http://schemas.openxmlformats.org/drawingml/2006/main">
            <a:r>
              <a:t>저장 공간·기록에서 완료 사용량, 예약 용량, 임시 파일 실사용량과 볼륨 잔여 공간을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공간 확보</a:t>
            </a:r>
          </a:p>
          <a:p xmlns:a="http://schemas.openxmlformats.org/drawingml/2006/main">
            <a:r>
              <a:t>학생이 불필요한 미완료 작업을 취소하게 하거나 서버 볼륨의 공간을 확보합니다. 한도 변경은 해당 서버를 중지한 뒤 진행합니다.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완료 제출 파일은 자동 삭제하지 않습니다. 데이터 폴더 안의 파일을 임의로 지우지 마세요.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오전반과 오후반</a:t>
            </a:r>
          </a:p>
          <a:p xmlns:a="http://schemas.openxmlformats.org/drawingml/2006/main">
            <a:r>
              <a:t>파이썬 기초 실습과 데이터 분석 오후반을 별도 과정으로 만듭니다. 각 과정의 ID·포트·저장 폴더를 다르게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수업별 주소 안내</a:t>
            </a:r>
          </a:p>
          <a:p xmlns:a="http://schemas.openxmlformats.org/drawingml/2006/main">
            <a:r>
              <a:t>두 과정을 시작하고 각각의 URL을 안내합니다. 한 과정의 서버를 중지해도 다른 과정은 계속 실행됩니다.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계정과 제출물은 과정별로 분리됩니다. 같은 학생 ID가 있어도 다른 과정의 계정으로 자동 로그인되지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접수와 작업 마무리</a:t>
            </a:r>
          </a:p>
          <a:p xmlns:a="http://schemas.openxmlformats.org/drawingml/2006/main">
            <a:r>
              <a:t>과제 접수를 종료하고 진행 중인 학생의 완료를 기다리거나 중단 시간을 안내합니다. 제출 현황을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중지 상태 확인</a:t>
            </a:r>
          </a:p>
          <a:p xmlns:a="http://schemas.openxmlformats.org/drawingml/2006/main">
            <a:r>
              <a:t>서버 관리창에서 해당 과정을 선택하고 서버 중지를 누릅니다. 목록에서 중지 상태를 확인한 뒤 백업합니다.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관리창을 닫는 것만으로 서버가 중지되지 않습니다. 다음 수업에는 같은 과정을 다시 시작합니다.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백업 시점</a:t>
            </a:r>
          </a:p>
          <a:p xmlns:a="http://schemas.openxmlformats.org/drawingml/2006/main">
            <a:r>
              <a:t>해당 과정의 서버가 중지된 뒤 복사합니다. 예: 2026-09-08 수업 종료 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함께 복사</a:t>
            </a:r>
          </a:p>
          <a:p xmlns:a="http://schemas.openxmlformats.org/drawingml/2006/main">
            <a:r>
              <a:t>instances의 과정 설정 JSON과 설정에 지정한 storage_root 폴더 전체를 같은 시점으로 복사합니다.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보관 예시</a:t>
            </a:r>
          </a:p>
          <a:p xmlns:a="http://schemas.openxmlformats.org/drawingml/2006/main">
            <a:r>
              <a:t>E:\AH_Backup\2026-09-08\ 아래에 config와 data 폴더를 만들어 보관합니다. 운영 데이터는 덮어쓰지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포함할 정보</a:t>
            </a:r>
          </a:p>
          <a:p xmlns:a="http://schemas.openxmlformats.org/drawingml/2006/main">
            <a:r>
              <a:t>DB, 인증 비밀값, 제출물, 임시 파일과 로그를 함께 보관합니다. DB만 복사하면 파일과 이력을 온전히 복구할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정확한 설정 경로와 저장 폴더는 과정 설정에서 확인합니다. 백업에는 계정 정보가 있으므로 접근을 제한합니다.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빈 위치에 복원</a:t>
            </a:r>
          </a:p>
          <a:p xmlns:a="http://schemas.openxmlformats.org/drawingml/2006/main">
            <a:r>
              <a:t>원본과 복원 대상 서버를 중지하고 별도 빈 폴더에 설정과 데이터 전체를 복원합니다.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경로 확인</a:t>
            </a:r>
          </a:p>
          <a:p xmlns:a="http://schemas.openxmlformats.org/drawingml/2006/main">
            <a:r>
              <a:t>설정 JSON의 storage_root는 절대 경로입니다. 복원한 실제 폴더로 맞추고 안내 IP·포트를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기존 설정 추가</a:t>
            </a:r>
          </a:p>
          <a:p xmlns:a="http://schemas.openxmlformats.org/drawingml/2006/main">
            <a:r>
              <a:t>관리창의 기존 설정 추가로 복원한 JSON을 선택합니다. 같은 과정 ID는 중복 등록하지 않도록 별도 배포 폴더를 사용합니다.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접수 전 확인</a:t>
            </a:r>
          </a:p>
          <a:p xmlns:a="http://schemas.openxmlformats.org/drawingml/2006/main">
            <a:r>
              <a:t>서버를 시작해 로그인, 제출 목록, 대표 파일 다운로드를 확인합니다. 파일 크기·해시가 맞는지 확인한 뒤 접수를 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이전 운영 서버와 복원 서버가 같은 저장 폴더를 동시에 사용하면 안 됩니다. 상세 절차는 관리자 운영 안내를 참고하세요.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서버 상태 점검</a:t>
            </a:r>
          </a:p>
          <a:p xmlns:a="http://schemas.openxmlformats.org/drawingml/2006/main">
            <a:r>
              <a:t>선택한 과정이 실행 중인지 확인하고 접속·오류 점검을 누릅니다. 안내 IP·포트와 로컬 응답 결과를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교육장 네트워크 확인</a:t>
            </a:r>
          </a:p>
          <a:p xmlns:a="http://schemas.openxmlformats.org/drawingml/2006/main">
            <a:r>
              <a:t>수강생에게 전달한 URL이 실제 서버 IP인지 확인합니다. 같은 네트워크인지, 해당 TCP 포트가 허용되는지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127.0.0.1과 localhost는 해당 PC 자체를 가리킵니다. 로컬 점검 성공만으로 다른 PC의 접속을 보장하지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로그인 실패</a:t>
            </a:r>
          </a:p>
          <a:p xmlns:a="http://schemas.openxmlformats.org/drawingml/2006/main">
            <a:r>
              <a:t>과정 주소, ID의 0과 대소문자를 확인합니다. 비밀번호를 잊었으면 관리자에게 초기화를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이어 올리기 불가</a:t>
            </a:r>
          </a:p>
          <a:p xmlns:a="http://schemas.openxmlformats.org/drawingml/2006/main">
            <a:r>
              <a:t>같은 계정과 원본 파일인지 확인합니다. 취소하거나 기본 24시간 보관 기간이 지난 작업은 새로 제출합니다.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창이 좁은 경우</a:t>
            </a:r>
          </a:p>
          <a:p xmlns:a="http://schemas.openxmlformats.org/drawingml/2006/main">
            <a:r>
              <a:t>메뉴가 접혀 있으면 왼쪽 위에서 펼칩니다. 이어 올리기와 저장 공간은 아래로 스크롤하고, 표는 표 안에서 가로 이동합니다.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실행 파일 오류</a:t>
            </a:r>
          </a:p>
          <a:p xmlns:a="http://schemas.openxmlformats.org/drawingml/2006/main">
            <a:r>
              <a:t>배포 ZIP 전체를 새 폴더에 다시 풉니다. setup.bat와 logs/manager-startup.log로 오류 내용을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문의할 때 과정명·ID·제출번호·오류 문구를 전달합니다. 비밀번호는 보내지 마세요.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접속 주소와 ID</a:t>
            </a:r>
          </a:p>
          <a:p xmlns:a="http://schemas.openxmlformats.org/drawingml/2006/main">
            <a:r>
              <a:t>교육장 서버 주소, 학생 본인의 ID와 임시비밀번호를 전달합니다. 첫 로그인 후 비밀번호를 변경합니다.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제출할 과제</a:t>
            </a:r>
          </a:p>
          <a:p xmlns:a="http://schemas.openxmlformats.org/drawingml/2006/main">
            <a:r>
              <a:t>정확한 과제 제목과 제출 파일 형식을 안내합니다. 엑셀 과제 파일도 제출할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완료 확인</a:t>
            </a:r>
          </a:p>
          <a:p xmlns:a="http://schemas.openxmlformats.org/drawingml/2006/main">
            <a:r>
              <a:t>파일 선택 후 제출 시작을 누르고 제출번호가 나올 때까지 기다립니다. 수정본은 새 제출로 등록합니다.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중단 시 행동</a:t>
            </a:r>
          </a:p>
          <a:p xmlns:a="http://schemas.openxmlformats.org/drawingml/2006/main">
            <a:r>
              <a:t>원본 파일을 그대로 두고 다시 로그인해 미완료 작업을 이어 올립니다. 내용이 바뀌었으면 새 제출로 시작합니다.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배포용 퀵가이드 2쪽에는 운영자용과 수강생용 절차를 각각 한 쪽에 정리했습니다.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45f2280ab442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4f5f26a054265" /><Relationship Type="http://schemas.openxmlformats.org/officeDocument/2006/relationships/slideLayout" Target="/ppt/slideLayouts/slideLayout1.xml" Id="Rb8a52a2883f345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a52a2883f345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bdbc0df06466c" /><Relationship Type="http://schemas.openxmlformats.org/officeDocument/2006/relationships/notesSlide" Target="/ppt/notesSlides/notesSlide1.xml" Id="R41c9ef37daa343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0be009ebc4842" /><Relationship Type="http://schemas.openxmlformats.org/officeDocument/2006/relationships/notesSlide" Target="/ppt/notesSlides/notesSlide2.xml" Id="Rf404871d53e442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6984b6116f4d6e" /><Relationship Type="http://schemas.openxmlformats.org/officeDocument/2006/relationships/image" Target="/ppt/media/image.png" Id="Rafbebacb28b64512" /><Relationship Type="http://schemas.openxmlformats.org/officeDocument/2006/relationships/notesSlide" Target="/ppt/notesSlides/notesSlide3.xml" Id="R14925115a38e46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56b9b3961451a" /><Relationship Type="http://schemas.openxmlformats.org/officeDocument/2006/relationships/image" Target="/ppt/media/image2.png" Id="R1bd786783c274b1c" /><Relationship Type="http://schemas.openxmlformats.org/officeDocument/2006/relationships/notesSlide" Target="/ppt/notesSlides/notesSlide4.xml" Id="R7f66d4bd0a1e4c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0f6cbce884d3e" /><Relationship Type="http://schemas.openxmlformats.org/officeDocument/2006/relationships/image" Target="/ppt/media/image3.png" Id="R26d504930cbb4ca0" /><Relationship Type="http://schemas.openxmlformats.org/officeDocument/2006/relationships/notesSlide" Target="/ppt/notesSlides/notesSlide5.xml" Id="Rf890d5965bf949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c606f1339445e" /><Relationship Type="http://schemas.openxmlformats.org/officeDocument/2006/relationships/image" Target="/ppt/media/image4.png" Id="R016dcb785f524100" /><Relationship Type="http://schemas.openxmlformats.org/officeDocument/2006/relationships/notesSlide" Target="/ppt/notesSlides/notesSlide6.xml" Id="R2d8b9ddf0ef649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81dc1febc4468" /><Relationship Type="http://schemas.openxmlformats.org/officeDocument/2006/relationships/image" Target="/ppt/media/image5.png" Id="R9ecdb12ea08b4e23" /><Relationship Type="http://schemas.openxmlformats.org/officeDocument/2006/relationships/notesSlide" Target="/ppt/notesSlides/notesSlide7.xml" Id="R8ff7563c30d441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cf05133fd4e83" /><Relationship Type="http://schemas.openxmlformats.org/officeDocument/2006/relationships/image" Target="/ppt/media/image6.png" Id="R105c0495e2a74505" /><Relationship Type="http://schemas.openxmlformats.org/officeDocument/2006/relationships/notesSlide" Target="/ppt/notesSlides/notesSlide8.xml" Id="Rbfb411f6456a49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55401487d458f" /><Relationship Type="http://schemas.openxmlformats.org/officeDocument/2006/relationships/image" Target="/ppt/media/image7.png" Id="Re0a92e43ad6f474b" /><Relationship Type="http://schemas.openxmlformats.org/officeDocument/2006/relationships/notesSlide" Target="/ppt/notesSlides/notesSlide9.xml" Id="Rc5dc7134191544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a1e499c934135" /><Relationship Type="http://schemas.openxmlformats.org/officeDocument/2006/relationships/image" Target="/ppt/media/image8.png" Id="R8cc7d631f15f4ac8" /><Relationship Type="http://schemas.openxmlformats.org/officeDocument/2006/relationships/notesSlide" Target="/ppt/notesSlides/notesSlide10.xml" Id="R484ecd428ccf48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8b90fd24b4298" /><Relationship Type="http://schemas.openxmlformats.org/officeDocument/2006/relationships/image" Target="/ppt/media/image9.png" Id="R411cc790dfe848a5" /><Relationship Type="http://schemas.openxmlformats.org/officeDocument/2006/relationships/notesSlide" Target="/ppt/notesSlides/notesSlide11.xml" Id="Rc1cd1ca14d7d4e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1146ec8e64153" /><Relationship Type="http://schemas.openxmlformats.org/officeDocument/2006/relationships/image" Target="/ppt/media/image10.png" Id="R872d84ed746247b5" /><Relationship Type="http://schemas.openxmlformats.org/officeDocument/2006/relationships/notesSlide" Target="/ppt/notesSlides/notesSlide12.xml" Id="Ra8bae4e12df6435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477a27db246a2" /><Relationship Type="http://schemas.openxmlformats.org/officeDocument/2006/relationships/image" Target="/ppt/media/image11.png" Id="R37be648bc9bb412d" /><Relationship Type="http://schemas.openxmlformats.org/officeDocument/2006/relationships/notesSlide" Target="/ppt/notesSlides/notesSlide13.xml" Id="Rff2f0de9f9f540a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3fe464c824d52" /><Relationship Type="http://schemas.openxmlformats.org/officeDocument/2006/relationships/image" Target="/ppt/media/image12.png" Id="Ra2ac8dc84dc34542" /><Relationship Type="http://schemas.openxmlformats.org/officeDocument/2006/relationships/notesSlide" Target="/ppt/notesSlides/notesSlide14.xml" Id="R953234014eaa4d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8fe9a659404194" /><Relationship Type="http://schemas.openxmlformats.org/officeDocument/2006/relationships/image" Target="/ppt/media/image13.png" Id="Red3146406a9b4bcf" /><Relationship Type="http://schemas.openxmlformats.org/officeDocument/2006/relationships/notesSlide" Target="/ppt/notesSlides/notesSlide15.xml" Id="R0151108fc6cc481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af7dbf3784065" /><Relationship Type="http://schemas.openxmlformats.org/officeDocument/2006/relationships/image" Target="/ppt/media/image14.png" Id="R388af4e762b04697" /><Relationship Type="http://schemas.openxmlformats.org/officeDocument/2006/relationships/notesSlide" Target="/ppt/notesSlides/notesSlide16.xml" Id="Re7bc36718407463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1b706e2e6410e" /><Relationship Type="http://schemas.openxmlformats.org/officeDocument/2006/relationships/image" Target="/ppt/media/image15.png" Id="R8ad5a65dd28c42ba" /><Relationship Type="http://schemas.openxmlformats.org/officeDocument/2006/relationships/notesSlide" Target="/ppt/notesSlides/notesSlide17.xml" Id="R4738990cad2243f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0662fa0de4ca2" /><Relationship Type="http://schemas.openxmlformats.org/officeDocument/2006/relationships/image" Target="/ppt/media/image16.png" Id="R20b41e061f174505" /><Relationship Type="http://schemas.openxmlformats.org/officeDocument/2006/relationships/notesSlide" Target="/ppt/notesSlides/notesSlide18.xml" Id="R3f9f3b132f1e4f4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8acb5541d4ed4" /><Relationship Type="http://schemas.openxmlformats.org/officeDocument/2006/relationships/image" Target="/ppt/media/image17.png" Id="R8ec70a97785c486a" /><Relationship Type="http://schemas.openxmlformats.org/officeDocument/2006/relationships/notesSlide" Target="/ppt/notesSlides/notesSlide19.xml" Id="Rf0c926ab018f4ee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9ce69e2144960" /><Relationship Type="http://schemas.openxmlformats.org/officeDocument/2006/relationships/image" Target="/ppt/media/image18.png" Id="Rb813d1eef7744026" /><Relationship Type="http://schemas.openxmlformats.org/officeDocument/2006/relationships/notesSlide" Target="/ppt/notesSlides/notesSlide20.xml" Id="Rc736a7fc3c704aa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606b8bb304287" /><Relationship Type="http://schemas.openxmlformats.org/officeDocument/2006/relationships/image" Target="/ppt/media/image19.png" Id="Rce9a15668ae64901" /><Relationship Type="http://schemas.openxmlformats.org/officeDocument/2006/relationships/notesSlide" Target="/ppt/notesSlides/notesSlide21.xml" Id="R39ad52c2eba24fd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ba5944a424542" /><Relationship Type="http://schemas.openxmlformats.org/officeDocument/2006/relationships/image" Target="/ppt/media/image20.png" Id="R7bc0642dfa694896" /><Relationship Type="http://schemas.openxmlformats.org/officeDocument/2006/relationships/notesSlide" Target="/ppt/notesSlides/notesSlide22.xml" Id="Rfa2543fb35ff4b6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9eb481a6d48cb" /><Relationship Type="http://schemas.openxmlformats.org/officeDocument/2006/relationships/image" Target="/ppt/media/image21.png" Id="Ra62d33bf4763403c" /><Relationship Type="http://schemas.openxmlformats.org/officeDocument/2006/relationships/notesSlide" Target="/ppt/notesSlides/notesSlide23.xml" Id="Rb036184552e449a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daab9265c4fca" /><Relationship Type="http://schemas.openxmlformats.org/officeDocument/2006/relationships/image" Target="/ppt/media/image22.png" Id="Ra6c793cac2b34fa3" /><Relationship Type="http://schemas.openxmlformats.org/officeDocument/2006/relationships/notesSlide" Target="/ppt/notesSlides/notesSlide24.xml" Id="R104757e4448b4d9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3e62027494125" /><Relationship Type="http://schemas.openxmlformats.org/officeDocument/2006/relationships/image" Target="/ppt/media/image23.png" Id="R616a3b4bbd0c4706" /><Relationship Type="http://schemas.openxmlformats.org/officeDocument/2006/relationships/notesSlide" Target="/ppt/notesSlides/notesSlide25.xml" Id="R90b191141fd84fa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169d2771947cc" /><Relationship Type="http://schemas.openxmlformats.org/officeDocument/2006/relationships/image" Target="/ppt/media/image24.png" Id="Raf24335bca0846d6" /><Relationship Type="http://schemas.openxmlformats.org/officeDocument/2006/relationships/notesSlide" Target="/ppt/notesSlides/notesSlide26.xml" Id="Rc464cdb954b84fd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559a63c9048c5" /><Relationship Type="http://schemas.openxmlformats.org/officeDocument/2006/relationships/image" Target="/ppt/media/image25.png" Id="Ra1f782332c1d4a2e" /><Relationship Type="http://schemas.openxmlformats.org/officeDocument/2006/relationships/notesSlide" Target="/ppt/notesSlides/notesSlide27.xml" Id="R303c4fc962c14b2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3b9c069f6848a3" /><Relationship Type="http://schemas.openxmlformats.org/officeDocument/2006/relationships/image" Target="/ppt/media/image26.png" Id="R544d1e2638624593" /><Relationship Type="http://schemas.openxmlformats.org/officeDocument/2006/relationships/notesSlide" Target="/ppt/notesSlides/notesSlide28.xml" Id="R7471ae31e44d4dc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df44b26714856" /><Relationship Type="http://schemas.openxmlformats.org/officeDocument/2006/relationships/image" Target="/ppt/media/image27.png" Id="R8c88f6423865471d" /><Relationship Type="http://schemas.openxmlformats.org/officeDocument/2006/relationships/notesSlide" Target="/ppt/notesSlides/notesSlide29.xml" Id="R3ca1d02aa96c4db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bd4ae6b474555" /><Relationship Type="http://schemas.openxmlformats.org/officeDocument/2006/relationships/image" Target="/ppt/media/image28.png" Id="Ra4940e08029b4a3d" /><Relationship Type="http://schemas.openxmlformats.org/officeDocument/2006/relationships/notesSlide" Target="/ppt/notesSlides/notesSlide30.xml" Id="R821569a1813c44c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ba0fc7f754299" /><Relationship Type="http://schemas.openxmlformats.org/officeDocument/2006/relationships/notesSlide" Target="/ppt/notesSlides/notesSlide31.xml" Id="R96020fe9c316447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102fc468643c8" /><Relationship Type="http://schemas.openxmlformats.org/officeDocument/2006/relationships/notesSlide" Target="/ppt/notesSlides/notesSlide32.xml" Id="Rd006b26f27c748d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239c51cd94f42" /><Relationship Type="http://schemas.openxmlformats.org/officeDocument/2006/relationships/image" Target="/ppt/media/image29.png" Id="R359a082708fd4493" /><Relationship Type="http://schemas.openxmlformats.org/officeDocument/2006/relationships/notesSlide" Target="/ppt/notesSlides/notesSlide33.xml" Id="R607f206e6e87458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058c8d7124bfa" /><Relationship Type="http://schemas.openxmlformats.org/officeDocument/2006/relationships/notesSlide" Target="/ppt/notesSlides/notesSlide34.xml" Id="R3457c56c96f0406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75f8d6c3944db" /><Relationship Type="http://schemas.openxmlformats.org/officeDocument/2006/relationships/notesSlide" Target="/ppt/notesSlides/notesSlide35.xml" Id="R757a0a2a6fe54b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B9C6C-39AC-4C96-AD46-E1AFD6DB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AssignmentHub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23B4C-FCBF-4BE4-9030-5E50BF22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67075"/>
            <a:ext cx="1304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시나리오별 사용자 매뉴얼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08D5E-E1E8-44C8-B4C1-E7C04413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1285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무설치 실행과 TSV 명단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DE6FF-2FA5-46B1-923A-D3D85A40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572250"/>
            <a:ext cx="1143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v1.3.0</a:t>
            </a:r>
          </a:p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2026년 9월 8일</a:t>
            </a:r>
          </a:p>
        </p:txBody>
      </p:sp>
    </p:spTree>
    <p:extLst>
      <p:ext uri="{BB962C8B-B14F-4D97-AF65-F5344CB8AC3E}">
        <p14:creationId xmlns:p14="http://schemas.microsoft.com/office/powerpoint/2010/main" val="7434907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4AC25F-14DD-43AB-8A26-4ED1A050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시나리오별 찾아보기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3D24B-D664-4EE2-BB86-C77B101D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36E72-5711-4049-B791-1FF5F4D4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01. 처음 수업 준비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9851DF-F42B-43EE-B276-E2B67E6F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3~7쪽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B27FE-A0AC-4D8B-967E-1E843945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02. TSV 명단 등록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69A3C-6A9D-4C4E-A966-8C606621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8~11쪽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D5B1D-D973-4D1F-A370-CFAB4067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03. 추가 등록·그룹 변경·초기화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A84C7D-8949-4731-9495-0967E2A5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12~13쪽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A39DD-7A7C-4E0C-A398-A2FC87BE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04. 과제 생성과 접수 종료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A1CD78-5657-4838-BE93-E69732D2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14~15쪽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971B3-C94B-40A8-BCA5-DBB32C2D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05. 첫 로그인과 바로 제출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7C0FFF-841B-4E62-B606-497E6322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16~18쪽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BA2DD-FE11-4219-A5D8-689DA8D8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06. 여러 파일 제출과 완료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B6653E-0C15-4A30-8B13-8BD27C7F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9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19~20쪽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FCCF4-E34A-47EB-82EE-EF0EC365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9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07. 중단 후 이어 올리기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A793D-0A3C-4BFB-97D8-AD14FB7F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13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21~22쪽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435A54-26B2-4F99-AFBF-04868D36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4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08. 수정본 재제출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A3B591-C2EA-4344-9C70-EF09E340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8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수강생  /  23~24쪽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618C44-3DFC-43CF-BA3E-421A0A52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00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09. 미제출자·파일·용량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D4B685-853A-4997-B7BE-7827E18E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25~28쪽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DB93F0-A205-4B23-AADE-EDA61606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52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10. 두 수업 동시 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3A17DB-D59E-4534-A52E-96636C06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91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29쪽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54B549-9A5E-4309-B7C2-9CE304E5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5054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11. 종료·백업·복원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C7865B-5D5F-443D-9EE3-69B4472C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9436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  /  30~32쪽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CCD0E9-37D7-41E6-904C-4C085B13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64579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12. 접속·로그인·전송 문제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413C3E-3A0C-404F-8689-54D028B3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68961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공통  /  33~34쪽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1278D8-A35B-44F2-8D3B-F78413D6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운영자는 01~04부터, 수강생은 05~08부터 확인합니다. 빠른 안내는 별도 2쪽 퀵가이드를 사용하세요.</a:t>
            </a:r>
          </a:p>
        </p:txBody>
      </p:sp>
    </p:spTree>
    <p:extLst>
      <p:ext uri="{BB962C8B-B14F-4D97-AF65-F5344CB8AC3E}">
        <p14:creationId xmlns:p14="http://schemas.microsoft.com/office/powerpoint/2010/main" val="8103544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3AE3D-BC93-4876-80FA-300928C9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01. 배포 ZIP과 첫 실행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A79D1-6A5F-437B-BAF2-C051F2C2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F4A22-4A66-4AA6-8463-33B5BFF3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다운로드와 압축 해제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325AD-7B5C-48C3-9C36-79BB05E4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v1.3.0의 Windows x64 배포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ZIP 전체를 쓰기 가능한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폴더에 풉니다. Python과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라이브러리가 포함되어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46B83-F8BE-4D81-A5CF-DCA24E1C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관리창 실행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B928D-96C4-4478-886C-F5859BFB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 안의 start.bat를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더블클릭합니다. 관리창이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열리면 새 과정 만들기를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ebacb28b64512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39A87F-DD47-434B-B3F5-432CD4A3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ZIP 내부에서 직접 실행하지 마세요. setup.bat는 선택적인 오프라인 점검이며 설치 도구가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2554072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E4CB4-6A3E-4BD9-85BC-35BE29C2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과정과 관리자 계정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0E378-B80F-4699-A0F1-D9DA852F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AD407-7FC0-4246-AF2F-4483BD29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53182-821D-4028-9C1A-9F95C277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과정명은 파이썬 기초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실습으로 입력합니다. 안내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IP는 실제 서버 PC의 교육장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 주소를 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C9FEBD-B3BF-418B-BDC3-B6C630CD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저장 위치와 계정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F96FA-44CD-4220-9063-058CFFF6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ID·포트·저장 폴더를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관리자 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8~128자의 비밀번호를 정하고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확인란에도 입력합니다.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786783c274b1c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E1CB21-A322-4AD2-A467-90CD8487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캡처의 127.0.0.1과 임시 경로는 예시입니다. 다른 PC에는 실제 서버의 IP와 포트를 안내합니다.</a:t>
            </a:r>
          </a:p>
        </p:txBody>
      </p:sp>
    </p:spTree>
    <p:extLst>
      <p:ext uri="{BB962C8B-B14F-4D97-AF65-F5344CB8AC3E}">
        <p14:creationId xmlns:p14="http://schemas.microsoft.com/office/powerpoint/2010/main" val="518215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C6E19-FE96-4CBD-A806-72B059CC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용량과 전송 설정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D1800-A568-4D49-8A62-02D8A472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1812F-DA6F-401C-AAAE-AD7A2FD2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기본값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80CE55-C4BC-41F3-8861-9771DAEA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파일당 2 GiB, 수강생별 누적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10 GiB, 디스크 최소 여유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5 GiB입니다. 한 번에 최대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10개 파일을 제출합니다.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8CE50-78B8-420A-AAB1-EB39FDA7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과정 생성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8CB05-200A-44A3-89B7-E3CE9876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용량·전송 설정을 확인한 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만들기를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다음 수업부터는 저장된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과정을 선택하면 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504930cbb4ca0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40FFC3-5B04-40B3-AA45-575B3270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누적 사용량에는 다른 과제와 이전 제출 버전도 포함합니다. 기존 파일은 한도를 낮춰도 삭제되지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34829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141CC-C67B-4F7A-A3BD-CF951D52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시작과 주소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F1345-0937-4FBF-8F27-D621DF69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9F46C-F087-4B54-A942-446C7716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실행 중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46CA2-F2DD-4EA2-BD10-13654F16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과정을 선택하고 서버 시작을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상태가 실행 중이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되면 관리자 화면 열기를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53D1E2-F1C8-40F8-945C-43BE1FD9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수강생 접속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B902B-B4D5-4A67-8D30-15A85D7E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주소 복사로 URL을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전달합니다. 예: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http://192.168.0.10:8501.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수강생 PC에서도 같은 주소가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열리는지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dcb785f524100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7AF78-E355-4DFB-969E-D38DE9CF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 IP를 그대로 쓰지 말고 실제 주소로 바꾸세요. 관리창을 닫아도 서버는 계속 실행됩니다.</a:t>
            </a:r>
          </a:p>
        </p:txBody>
      </p:sp>
    </p:spTree>
    <p:extLst>
      <p:ext uri="{BB962C8B-B14F-4D97-AF65-F5344CB8AC3E}">
        <p14:creationId xmlns:p14="http://schemas.microsoft.com/office/powerpoint/2010/main" val="11283646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9440BA-5A13-47C2-9639-D6D922F3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관리자의 수업 준비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6169D-2619-4E49-9A33-57ACE33B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4AF66-3882-4B8B-AAF8-8B832FAA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관리자 로그인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DE30D-FED3-4602-86C4-88AAAB56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과정을 만들 때 정한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계정으로 로그인합니다. 운영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안내에서 수강생 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등록으로 이동합니다.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A4DB37-6E7C-499E-ACA4-22AE1852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준비 완료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B9DD0-E788-416B-8755-BE6119E8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명단이 등록되고 수업에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사용할 과제가 접수 중인지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학생에게 접속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주소와 본인의 계정을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db12ea08b4e23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474C45-9B02-4913-8AAB-3661CC9A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학생별 임시비밀번호를 전체 공지에 올리지 말고 해당 학생에게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19248205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28DD9-581C-4613-8A09-434BC867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02. TSV 명단 붙여넣기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D5E80-D3CF-419E-BBDD-7D764348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4E095-7A1E-42CF-8AB8-18DA116C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첫 명단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11B87-7C6F-4A66-815A-AD5CC960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user_id, name, group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헤더와 001 홍길동 A반, 002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김민수 B반을 탭으로 구분해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붙여넣습니다.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BCE23-1ADE-43CD-8AE6-7BC64699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미리보기와 반영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58899-0238-4ACB-8675-83C08EDD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 검증 및 미리보기를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오류가 없고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ID·이름·그룹이 맞으면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검증된 명단 반영을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5c0495e2a74505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6FD836-E794-4BF6-B557-DFF4C79D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user_id와 name은 필수, group은 선택입니다. 엑셀에서 헤더를 포함한 셀 범위를 복사해도 됩니다.</a:t>
            </a:r>
          </a:p>
        </p:txBody>
      </p:sp>
    </p:spTree>
    <p:extLst>
      <p:ext uri="{BB962C8B-B14F-4D97-AF65-F5344CB8AC3E}">
        <p14:creationId xmlns:p14="http://schemas.microsoft.com/office/powerpoint/2010/main" val="13087429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80C04-C7AC-4E28-8077-F2DB8F8E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TSV 파일과 공통 임시비밀번호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5720F-21A6-4378-AA85-4B666783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8082D-2AD9-46CB-8AB4-93B96979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TSV 파일 등록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1CF41-EEC4-4EC1-94B2-80ADDD8D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 TSV 템플릿 또는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01-first-roster.tsv를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수정해 올립니다. 검증 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ID·이름·그룹을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7A92F-F55A-43DF-8EFA-49024A9E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공통 비밀번호(선택)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42D57-8F10-4A3A-8649-8ECEF33E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신규 수강생에게 공통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 사용을 켜고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영문·숫자 8자리를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 이번 명단의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신규 계정에 같은 값이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적용됩니다.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a92e43ad6f474b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4EF92C-1062-4B33-B287-2324FDAC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기본은 개인별 임시비밀번호 8자리입니다. 공통값은 명단 등록 때 지정하며, 추가 등록 시 같은 값을 다시 입력합니다.</a:t>
            </a:r>
          </a:p>
        </p:txBody>
      </p:sp>
    </p:spTree>
    <p:extLst>
      <p:ext uri="{BB962C8B-B14F-4D97-AF65-F5344CB8AC3E}">
        <p14:creationId xmlns:p14="http://schemas.microsoft.com/office/powerpoint/2010/main" val="13213089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39501-06DF-40BF-8AA9-53C3F177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중복 명단 오류 수정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4021E-6BA7-43A0-B51D-3D8396BB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FA78F-02E0-4727-BBCF-5CBA1DDB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오류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0D474-D62F-48EE-BD8B-3E0E1353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001을 서로 다른 두 사람에게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입력하면 중복 ID 오류가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표시됩니다. 검증된 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반영은 사용할 수 없습니다.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850A17-376C-4CE6-8DB6-1728E61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수정 후 재검증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E5A73-4704-467B-8F46-3B8BF561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번째 ID를 002로 고친 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검증합니다. 입력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내용이나 입력 방법이 바뀌면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이전 미리보기는 해제됩니다.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7d631f15f4ac8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2B819D-6D52-4BE0-A726-32C149A0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엑셀에서 이미 숫자로 바뀌어 사라진 0은 복원하지 않습니다. 001과 1은 서로 다른 계정입니다.</a:t>
            </a:r>
          </a:p>
        </p:txBody>
      </p:sp>
    </p:spTree>
    <p:extLst>
      <p:ext uri="{BB962C8B-B14F-4D97-AF65-F5344CB8AC3E}">
        <p14:creationId xmlns:p14="http://schemas.microsoft.com/office/powerpoint/2010/main" val="18491148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C5FE8C-B997-4EE1-87A6-33E99483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 전달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738E0-5945-47D5-8553-115496F7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049FA-03E5-4E8C-B982-BF511267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신규 계정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25AE7B-6074-4497-AA26-47284382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신규 계정의 임시비밀번호는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영문·숫자 8자리입니다.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 결과 CSV를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내려받아 본인 ID와 함께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EC327-DC37-4FFC-91E6-E20EF3F5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결과 닫기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180AC-D40A-4246-8C66-666DE51A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전달을 마치면 임시비밀번호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결과 닫기를 누릅니다. 화면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예시는 결과를 닫은 뒤의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목록입니다.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1cc790dfe848a5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08940-54B0-4C06-9486-C080DEF1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명단 입력은 TSV입니다. 비밀번호와 현황의 내보내기 파일은 CSV이며, 초기 비밀번호는 다시 조회할 수 없습니다.</a:t>
            </a:r>
          </a:p>
        </p:txBody>
      </p:sp>
    </p:spTree>
    <p:extLst>
      <p:ext uri="{BB962C8B-B14F-4D97-AF65-F5344CB8AC3E}">
        <p14:creationId xmlns:p14="http://schemas.microsoft.com/office/powerpoint/2010/main" val="21115895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18FAA-FC01-4606-9ADD-C4667D55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03. 추가 등록과 그룹 변경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4181F-9BFB-4986-9E82-D3DB4045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CF85B-CCDB-4637-A04E-EE9E5A81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변경 명단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13992C-C937-4636-A28D-5B927BDB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002 김민수를 B반에서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A반으로 옮기고, 003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이서연을 B반에 추가합니다.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행만 TSV로 입력해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검증합니다.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AB39D-32E0-4D48-9DE5-00D9EFF4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기존 정보 갱신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A8B0D-1F78-4E9E-97EA-3F1EDECF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기존 계정의 이름·그룹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변경도 적용 옵션을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반영합니다. 신규 1명 등록과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기존 1명 변경을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2d84ed746247b5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1B9D4-A0EC-4330-A608-1A3C45EE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기존 비밀번호·활성 상태·제출은 유지합니다. 이번 TSV에 없는 기존 계정을 삭제하거나 비활성화하지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4759242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9CCF2-5897-45FC-838D-27151AC3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잊은 수강생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490414-D1A3-4EBF-968F-211B6DCA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8E20A-5177-4814-9FC1-34A76C73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대상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2332A-C369-47B6-AF88-6C52846B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관리에서 ID 002를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검색하고 관리할 수강생을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기존 권한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무효화 안내에 체크합니다.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1A2EC-7F09-4D82-AB02-CC480CBE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초기화와 재로그인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616F9-E03C-45FB-BE83-B801E6BE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 초기화를 눌러 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임시비밀번호를 해당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학생에게 전달합니다. 학생은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비밀번호로 변경 후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e648bc9bb412d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0FD6A9-8298-4558-B876-2954108B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초기화는 기존 로그인·업로드 권한을 즉시 무효화합니다. 완료된 제출 파일과 이력은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20736202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C1171-0A7D-4631-BBF9-FE3C3C68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04. 과제 생성과 접수 시작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7ABB6-94E9-40ED-8B1D-A21688D9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D5E8B-EFFB-49AF-921B-9CBCBE29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작성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D9DA7-8CA3-4E34-9642-20A5B578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관리에서 새 과제 추가를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펼칩니다. 제목은 1주차 실습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과제, 설명에는 제출할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파일과 수정본 처리 방법을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적습니다.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2C1F0-100D-4499-82B4-C28693C4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접수 시작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4ABCF-D880-4907-9A8A-A4CA7AE3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즉시 접수 시작을 확인하고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추가를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학생에게 여러 과제 중 선택할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정확한 제목을 안내합니다.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ac8dc84dc34542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7885C-F46D-43BA-A42B-A54A8029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처음 생성된 기본 과제를 수정해 사용해도 됩니다. 여기서는 별도 과제를 추가하는 상황입니다.</a:t>
            </a:r>
          </a:p>
        </p:txBody>
      </p:sp>
    </p:spTree>
    <p:extLst>
      <p:ext uri="{BB962C8B-B14F-4D97-AF65-F5344CB8AC3E}">
        <p14:creationId xmlns:p14="http://schemas.microsoft.com/office/powerpoint/2010/main" val="12070515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0A5B4-709A-4835-8782-1ABF90AC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접수 종료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001BB-65B1-4D36-898C-F69670C8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C89AC3-0878-4276-A68F-CBD71964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마감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529BD-FFC5-425A-9467-6BC34ED1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수업 종료 시 과제 관리에서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1주차 실습 과제를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접수 중을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해제하고 변경 사항 저장을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BF411-47A0-4786-96F0-7C3421D8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종료의 범위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97F1D-6453-4954-B96A-175D9A80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이후 신규 제출 시작을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막습니다. 종료 전에 시작한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유효한 업로드는 보관 시간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내에 완료할 수 있습니다.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146406a9b4bcf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5A6EE-6635-4CE2-A1E8-17B8AB9D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즉시 모든 전송을 멈춰야 한다면 학생에게 안내하고 서버를 중지합니다. 접수 종료만으로 기존 전송을 끊지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9653079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E660E4-52A6-4EAE-83A3-DFC9D165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05. 학생의 첫 로그인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C14B7-9F0D-4782-86B1-17C1B06F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431E5-3F98-43BF-888F-F2BEEE70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받은 계정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4E4F0-4668-4712-95BD-933030FF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주소를 열고 ID 001과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본인의 임시비밀번호로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 ID의 앞자리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0과 대소문자를 그대로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9D5FD-F86E-4D7C-8F43-01FC3AAB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비밀번호 변경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9849CB-A70F-4141-9952-033C01F8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현재 임시비밀번호와 새로운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8~128자 비밀번호를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 변경을 마치고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비밀번호로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af4e762b04697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4624D-213B-478A-A828-01A3C080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첫 비밀번호 변경을 마쳐야 과제를 조회하고 파일을 제출할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014694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2A9F8-F065-4AB2-B04E-A207DA8D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선택 후 바로 제출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AFA1A-F13F-48DD-B74D-453D9C0A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7745C-E38B-4899-BDFB-1FCA7199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제출할 과제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BFB8F-BAB2-480D-96FC-49797849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수업 화면에서 안내받은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과제를 고릅니다. 과제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설명과 접수 상태를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40A05-0C2C-4BA6-8DF2-E435867B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제출 버튼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B43F51-4E6A-45D2-9DE5-7DA7C8A7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제출·이어 올리기를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현재 로그인한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계정과 선택한 과제로 제출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창이 바로 열립니다.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d5a65dd28c42ba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258E5-39FF-4FB8-8640-DB8CE1C0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코드 발급이나 입력 없이 제출할 수 있습니다. 수업 화면에서 로그아웃하면 열어 둔 제출 창의 로그인도 종료됩니다.</a:t>
            </a:r>
          </a:p>
        </p:txBody>
      </p:sp>
    </p:spTree>
    <p:extLst>
      <p:ext uri="{BB962C8B-B14F-4D97-AF65-F5344CB8AC3E}">
        <p14:creationId xmlns:p14="http://schemas.microsoft.com/office/powerpoint/2010/main" val="85807751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8C687-3E99-419B-90AE-A59842F0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선택 화면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2F065-C3A1-45AA-82C6-8323C6B6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B8735-46FF-4DAD-9DEA-437FBA64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본인 계정과 과제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CC17DA-2582-4889-A4AE-58BB6354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창에 본인의 ID와 선택한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과제가 표시됩니다.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선택한 뒤 제출 시작을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2B1B2D-5003-4F15-B52D-CC36ED26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주소로 직접 접속한 경우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DCB2A3-04AF-4444-96D1-870D111D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창 주소를 직접 열었거나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로그인이 끝났다면 본인 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변경한 비밀번호로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41e061f174505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2E19A-4377-4C53-8226-1AC57200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파일 전송이 중단되면 미완료 작업을 선택해 이어 올릴 수 있습니다. 처음 선택한 원본 파일을 그대로 보관하세요.</a:t>
            </a:r>
          </a:p>
        </p:txBody>
      </p:sp>
    </p:spTree>
    <p:extLst>
      <p:ext uri="{BB962C8B-B14F-4D97-AF65-F5344CB8AC3E}">
        <p14:creationId xmlns:p14="http://schemas.microsoft.com/office/powerpoint/2010/main" val="114951055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B8028B-AF85-43D1-9A91-7BCA54C3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06. 여러 파일을 한 번에 제출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FD19C-B02F-47DE-A0D9-9418FF64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43137-5507-46F1-A519-CC05C6DC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선택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54B5DE-312C-477F-93D2-4BE48174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1주차 실습 과제를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1주차_실습결과.txt와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제출_설명.txt를 함께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PC에서는 끌어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놓기도 가능합니다.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9C9C6-A9CC-4DB5-BCFE-5EBBF09D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전송 시작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4C7C1-26DF-4DB8-B7FD-E5407B86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파일명·개수·총용량과 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공간을 확인합니다.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시작을 누르고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전송·검증·저장 상태를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기다립니다.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70a97785c486a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6E7B6-B0D5-40D4-AF16-FE312F3C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파일 선택만으로 전송되지 않습니다. 여러 파일은 하나의 묶음으로, 모두 끝나야 완료 제출로 집계됩니다.</a:t>
            </a:r>
          </a:p>
        </p:txBody>
      </p:sp>
    </p:spTree>
    <p:extLst>
      <p:ext uri="{BB962C8B-B14F-4D97-AF65-F5344CB8AC3E}">
        <p14:creationId xmlns:p14="http://schemas.microsoft.com/office/powerpoint/2010/main" val="186766212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C176E-4D36-439A-B1BA-BE3AD0D3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완료와 제출번호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12B8F-7AD6-4277-B4F7-BC87367C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D9379-4165-4D6C-BD5E-BE7CB6D5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C8C112-8E87-4FC8-AB99-F64B54B7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제출이 완료되었습니다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안내와 제출번호가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나타나는지 확인합니다. 100%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진행률만으로 제출 완료를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판단하지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35DB2-21A7-4F69-9546-5963750F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내역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35C78-4C70-4764-97B8-FB1B4371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과제명, ID, 파일 목록,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버전과 서버 완료 시각을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문의할 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제출번호를 함께 알려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3d1eef7744026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A4FFE-F1A0-4139-ABC2-070B01D4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제출 이력에서 파일을 다운로드해 서버에 저장된 내용을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4705284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8136BF-B7D5-4305-BB24-02F35507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07. 전송 도중 연결이 끊긴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E9466-EA39-44F4-AE10-8E33D6EF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4BD5B-4B3B-4D96-8E84-48D3F7B7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중단 상황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41060-0EAA-485B-981A-C40AC356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예시는 첫 파일의 일부가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서버에 저장된 뒤 전송이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중단된 상태입니다. 원본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파일을 수정하지 않고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보관합니다.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A59F5-81A1-4ABA-92E4-3FDEED7C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같은 창에서 재시도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A4E71-3FEC-47EC-8016-C89227C7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네트워크가 복구되면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시도를 누릅니다. 계속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실패하면 관리자에게 접속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상태와 남은 공간을 확인해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달라고 요청합니다.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a15668ae64901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1FEDB-3B43-4498-9CAF-8FCCEBAC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서버가 확정한 수신량부터 이어 올립니다. 완료 전의 작업은 제출자 수에 포함되지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7687463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CBC88-23C2-4C32-ADF9-9E5950C4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새로고침 후 이어 올리기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20E0F-F064-46B2-B0A1-FB4EA931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FAD56D-D5E1-488F-AB4F-FC753A57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미완료 작업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9958B-3FCC-44BA-B76D-39861D13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로그인하고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올리기에서 이 작업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올리기를 누릅니다. 좁은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화면에서는 아래로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09B3C-11B0-4E39-84C6-02009519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동일 원본 다시 선택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B78BE-7603-4A3F-92B3-B0FA77A5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처음의 두 파일을 모두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선택하고 확인 후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올리기를 누릅니다. 서버가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확인한 지점부터 전송을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계속합니다.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0642dfa694896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23458-942F-43DF-9E82-61656B38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이름·크기·내용이 같은 원본이어야 합니다. 수정한 파일은 미완료 작업을 취소하고 새로 제출합니다.</a:t>
            </a:r>
          </a:p>
        </p:txBody>
      </p:sp>
    </p:spTree>
    <p:extLst>
      <p:ext uri="{BB962C8B-B14F-4D97-AF65-F5344CB8AC3E}">
        <p14:creationId xmlns:p14="http://schemas.microsoft.com/office/powerpoint/2010/main" val="115829756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3C0FE-222F-418A-9F6A-E8B2B64F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08. 제출한 파일의 수정본 등록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0AE97-12DD-4760-85B7-B78188F3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9C5B3-57CC-462D-BCB2-EB2BCF3D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새 제출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F1837-896D-4503-9A95-F1A4E35A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이미 완료한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수정했다면 다른 파일 새로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제출을 누릅니다. 같은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과제를 선택하고 수정본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파일을 고릅니다.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A9AD95-BF6C-46C6-BFB3-6D2E0F99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새 버전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1E2CB-C563-4C2B-90BD-852D341A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시작을 누른 뒤 새로운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제출번호와 버전 2를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이전에 완료한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 1은 보존됩니다.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d33bf4763403c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D21C5-D3C6-4CE0-A3E8-ADCB2B15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수정본을 기존 미완료 작업에 이어 붙이지 않습니다. 예시는 1주차_실습결과_수정본.txt를 새로 제출합니다.</a:t>
            </a:r>
          </a:p>
        </p:txBody>
      </p:sp>
    </p:spTree>
    <p:extLst>
      <p:ext uri="{BB962C8B-B14F-4D97-AF65-F5344CB8AC3E}">
        <p14:creationId xmlns:p14="http://schemas.microsoft.com/office/powerpoint/2010/main" val="52164418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EE5CF-F4D2-4100-8312-52BA9D4D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최신 파일과 이전 버전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C8448-1AE5-4790-B7F0-277A2903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5E5E7F-E8C0-4B0E-A895-8CD91099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이력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B6B54-9951-48AC-8DBC-4A94B0DC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완료된 제출 이력에서 버전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2와 버전 1을 확인합니다. 각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묶음의 파일 목록과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시각을 비교할 수 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A4EAC-20A3-492C-820D-968DDCD7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필요한 파일 다운로드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492D4-77D6-422A-AFCB-574DFAC9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원하는 버전의 다운로드를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새 제출이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실패하더라도 이전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제출은 계속 남아 있습니다.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c793cac2b34fa3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71C43-EEA5-429B-B130-75C5DABD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이전 버전도 학생의 누적 저장 용량에 포함됩니다. 같은 파일명도 제출 버전마다 따로 보존합니다.</a:t>
            </a:r>
          </a:p>
        </p:txBody>
      </p:sp>
    </p:spTree>
    <p:extLst>
      <p:ext uri="{BB962C8B-B14F-4D97-AF65-F5344CB8AC3E}">
        <p14:creationId xmlns:p14="http://schemas.microsoft.com/office/powerpoint/2010/main" val="1926008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A2B21-5329-4301-A9F8-AC4FA16F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09. 관리자 제출 현황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26AAD-9D50-4931-9A84-EFF1159C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BD9C4-634B-4DFB-95FE-C3D2B4C6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수업의 제출 현황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723E7-5A51-4A88-A150-D7FDEB3A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조회할 과제로 1주차 실습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과제를 선택합니다. 예시는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활성 3명 중 001만 두 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제출한 상태입니다.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69D7A-1010-4864-8E22-F9A732FB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집계 해석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608F1-4D25-419C-B6A1-DBF09CCB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제출자는 1명, 미제출자는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2명입니다. 같은 학생이 여러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번 제출해도 제출자 수는 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명으로 계산합니다.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a3b4bbd0c4706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A1E32-1BD9-4858-A199-8E79EB54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관리자와 미완료 작업은 제출자 수에 포함하지 않습니다. 완료된 제출을 기준으로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4096624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462F1-EBDF-4E34-BA97-AE3593BA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미제출자와 그룹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DBFE6-E95E-4B5D-AA1F-27C8C28C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FF79D-3B06-4310-ADFF-1567CBDC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미제출자 조회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308C3-6344-45C1-9DD6-10ACD4AF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목록 필터에서 미제출자를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예시에서는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002와 003에게 제출 여부를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확인하면 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680EF-B5C6-409B-A13E-C9AC53CE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그룹별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47094F-593E-4A6C-A9D0-AA89C6D0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그룹 정확히 일치에 A반을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입력하면 해당 그룹을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조회합니다. 비활성 계정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기록은 포함 옵션을 켜서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4335bca0846d6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291BB-C105-4F32-841F-9BA7FA3B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검색·그룹 조건이 적용된 현황과 전체 현황 CSV의 범위를 구분하세요.</a:t>
            </a:r>
          </a:p>
        </p:txBody>
      </p:sp>
    </p:spTree>
    <p:extLst>
      <p:ext uri="{BB962C8B-B14F-4D97-AF65-F5344CB8AC3E}">
        <p14:creationId xmlns:p14="http://schemas.microsoft.com/office/powerpoint/2010/main" val="157012058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ED674B-A7B2-4A71-9678-61EF2204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확인과 현황 내보내기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EBFA6-A992-46D6-89FB-69843EC9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6C014-57B6-4869-B36D-F81C26DD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제출물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BFF9C-4BA6-4CBF-88F1-1E4A1278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원하는 제출번호를 펼쳐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파일명·용량·버전을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다운로드 준비를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누른 뒤 파일 다운로드를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E1911-C579-4B08-8175-2DE289F9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CSV 내보내기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ECC28-97B6-4760-B1CF-7D45408B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 과제의 전체 현황 CSV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준비를 누르고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다운로드합니다. 이 파일은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 필터와 관계없이 해당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과제의 전체 현황입니다.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782332c1d4a2e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BDADE-7A99-451C-A3D1-9231ED61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명단을 넣을 때는 TSV, 결과를 내보낼 때는 CSV를 사용합니다. 학생별 계정 정보를 포함한 파일은 관리자가 보관합니다.</a:t>
            </a:r>
          </a:p>
        </p:txBody>
      </p:sp>
    </p:spTree>
    <p:extLst>
      <p:ext uri="{BB962C8B-B14F-4D97-AF65-F5344CB8AC3E}">
        <p14:creationId xmlns:p14="http://schemas.microsoft.com/office/powerpoint/2010/main" val="47186808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77470-DB77-4942-806A-25C0C80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공간이 부족한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6A3C86-194A-4BB4-ABC0-CEA058D1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271AD0-E861-4DAC-BCB5-EE262BA4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항목별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CAE04-16C8-402D-A145-DC06059A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공간·기록에서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사용량, 예약 용량, 임시 파일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실사용량과 볼륨 잔여 공간을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28E9C-A963-4A1E-A834-F34C2B0A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공간 확보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1BD69-A4D5-40D4-B7AD-2D0C0514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학생이 불필요한 미완료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작업을 취소하게 하거나 서버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볼륨의 공간을 확보합니다.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한도 변경은 해당 서버를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중지한 뒤 진행합니다.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d1e2638624593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46FB25-D650-4116-ADEF-DAC0DE26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완료 제출 파일은 자동 삭제하지 않습니다. 데이터 폴더 안의 파일을 임의로 지우지 마세요.</a:t>
            </a:r>
          </a:p>
        </p:txBody>
      </p:sp>
    </p:spTree>
    <p:extLst>
      <p:ext uri="{BB962C8B-B14F-4D97-AF65-F5344CB8AC3E}">
        <p14:creationId xmlns:p14="http://schemas.microsoft.com/office/powerpoint/2010/main" val="210135103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CD0AA2-D7F3-4EDA-90E5-CC2F832D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10. 두 수업을 동시에 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744EE-EA76-48BE-89A5-763BC994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9BC7F9-AB55-4DB5-8567-7876ACA8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오전반과 오후반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61F30E-AE67-4116-8C8D-FA680366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파이썬 기초 실습과 데이터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분석 오후반을 별도 과정으로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만듭니다. 각 과정의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ID·포트·저장 폴더를 다르게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3B85D-4F98-4946-AD60-B460DDD1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수업별 주소 안내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EFF5-B418-4617-8386-9CF5D7E0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과정을 시작하고 각각의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URL을 안내합니다. 한 과정의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서버를 중지해도 다른 과정은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계속 실행됩니다.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8f6423865471d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C3BC84-CEFF-46BD-94BB-4268BE6B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계정과 제출물은 과정별로 분리됩니다. 같은 학생 ID가 있어도 다른 과정의 계정으로 자동 로그인되지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96179537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C475F-A78A-4AB2-93DA-77E9EAC7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11. 수업 종료와 서버 중지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1D5DB8-A1B8-4816-A1EC-5F6B335C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CA4E2-FD75-41AE-9A23-4A2B173D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접수와 작업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C08CA-439D-4313-8AB3-344C34E9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접수를 종료하고 진행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중인 학생의 완료를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기다리거나 중단 시간을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안내합니다. 제출 현황을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172F17-21C0-444A-872B-8F804E98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중지 상태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0D3672-2CDA-4763-8C90-5B47AAEB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해당 과정을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선택하고 서버 중지를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목록에서 중지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상태를 확인한 뒤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백업합니다.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40e08029b4a3d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D5B11-58D8-4D42-9668-DD71F094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관리창을 닫는 것만으로 서버가 중지되지 않습니다. 다음 수업에는 같은 과정을 다시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131581966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E9431-15B0-4880-902D-9C16F6BF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설정과 데이터의 백업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B026F-1F94-4E8F-827A-771B9A8D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F68A4-BCAB-4680-AAF0-89355AB9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1. 백업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29E49-8E97-4A8C-89E5-D114F3DC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해당 과정의 서버가 중지된 뒤 복사합니다.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예: 2026-09-08 수업 종료 후.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A2763E-9B11-41F6-B46E-44064F82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2. 함께 복사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777DC-ABAB-463E-B420-F11578B8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instances의 과정 설정 JSON과 설정에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지정한 storage_root 폴더 전체를 같은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시점으로 복사합니다.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A5154-4F1E-4288-B4F8-6B59443F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3. 보관 예시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A3AE88-4DC4-4A23-A2E7-39B41E84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E:\AH_Backup\2026-09-08\ 아래에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config와 data 폴더를 만들어 보관합니다.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운영 데이터는 덮어쓰지 않습니다.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312A5-398E-4A1E-B1B4-CFE3117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4. 포함할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FB606B-24EA-40C6-88D4-8F0940D3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DB, 인증 비밀값, 제출물, 임시 파일과 로그를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함께 보관합니다. DB만 복사하면 파일과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이력을 온전히 복구할 수 없습니다.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18815-4FDA-4D49-9AA5-6DC63E75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정확한 설정 경로와 저장 폴더는 과정 설정에서 확인합니다. 백업에는 계정 정보가 있으므로 접근을 제한합니다.</a:t>
            </a:r>
          </a:p>
        </p:txBody>
      </p:sp>
    </p:spTree>
    <p:extLst>
      <p:ext uri="{BB962C8B-B14F-4D97-AF65-F5344CB8AC3E}">
        <p14:creationId xmlns:p14="http://schemas.microsoft.com/office/powerpoint/2010/main" val="81524814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C1674C-0A8C-4207-A81C-C3413494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별도 폴더로 복원하는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89DB60-ABED-42A2-B786-93B250DA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CC5C7-8BB8-42E7-81B0-72B08F51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1. 빈 위치에 복원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F1D91-2A5D-4FC5-9636-B91F99D6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원본과 복원 대상 서버를 중지하고 별도 빈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폴더에 설정과 데이터 전체를 복원합니다.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EA273-C818-47DD-82AB-9B643F79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2. 경로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F985F-CAE6-4385-9902-62E0C187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설정 JSON의 storage_root는 절대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경로입니다. 복원한 실제 폴더로 맞추고 안내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IP·포트를 확인합니다.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E560E-777B-4C9D-BFBA-7F965666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3. 기존 설정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5E555-45DA-454B-BB5D-7FBC2EC6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관리창의 기존 설정 추가로 복원한 JSON을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같은 과정 ID는 중복 등록하지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않도록 별도 배포 폴더를 사용합니다.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348ECD-5F30-44D6-B1AD-9ACA1A96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4. 접수 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AD7EF4-9DF3-4AAF-A1FC-14D702C2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서버를 시작해 로그인, 제출 목록, 대표 파일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다운로드를 확인합니다. 파일 크기·해시가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맞는지 확인한 뒤 접수를 엽니다.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2874A-2157-4A93-9FCF-10ACC62E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이전 운영 서버와 복원 서버가 같은 저장 폴더를 동시에 사용하면 안 됩니다. 상세 절차는 관리자 운영 안내를 참고하세요.</a:t>
            </a:r>
          </a:p>
        </p:txBody>
      </p:sp>
    </p:spTree>
    <p:extLst>
      <p:ext uri="{BB962C8B-B14F-4D97-AF65-F5344CB8AC3E}">
        <p14:creationId xmlns:p14="http://schemas.microsoft.com/office/powerpoint/2010/main" val="34732667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4B962-D9A7-45D5-852B-A9685E4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12. 다른 PC에서 접속이 안 되는 경우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B148C-B558-45CE-AF06-1869B724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86B29-5A0D-40D9-9116-D774E246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상태 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1A4B5-FE5D-484E-8608-412A3A4D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선택한 과정이 실행 중인지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확인하고 접속·오류 점검을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안내 IP·포트와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로컬 응답 결과를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73AF6-FBA4-4320-9FF2-FF302BA5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교육장 네트워크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4E26E-8E03-4400-A27D-EB6994B5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수강생에게 전달한 URL이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실제 서버 IP인지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같은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네트워크인지, 해당 TCP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포트가 허용되는지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9a082708fd4493"/>
          <a:stretch xmlns:a="http://schemas.openxmlformats.org/drawingml/2006/main"/>
        </p:blipFill>
        <p:spPr>
          <a:xfrm xmlns:a="http://schemas.openxmlformats.org/drawingml/2006/main">
            <a:off x="5130511" y="1476375"/>
            <a:ext cx="907472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FDD7A-B7FB-4E0B-AA24-2965FADA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127.0.0.1과 localhost는 해당 PC 자체를 가리킵니다. 로컬 점검 성공만으로 다른 PC의 접속을 보장하지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48856447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5BEF0-789E-4D08-9177-5A862FCF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로그인·전송 문제의 확인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7B3A6-D4B1-476D-A87A-900257A9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D5D53-5A85-4400-8907-22E4BC26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로그인 실패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31FB8-A243-4FFE-91C6-D8B5C17F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주소, ID의 0과 대소문자를 확인합니다.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잊었으면 관리자에게 초기화를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요청합니다.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470F7-43FF-49D7-90A8-A8866832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이어 올리기 불가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C2E28-EF0C-476E-8E83-33A9FAE8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같은 계정과 원본 파일인지 확인합니다.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취소하거나 기본 24시간 보관 기간이 지난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작업은 새로 제출합니다.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A917D-3F79-4ABA-998A-BD5433ED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창이 좁은 경우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85122-8B3D-44C1-996F-4AD1F804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메뉴가 접혀 있으면 왼쪽 위에서 펼칩니다.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이어 올리기와 저장 공간은 아래로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스크롤하고, 표는 표 안에서 가로 이동합니다.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B9E31-F3D9-4057-9E3F-5C0B7534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실행 파일 오류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BDA65-1F95-48D6-8DB1-201296B2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배포 ZIP 전체를 새 폴더에 다시 풉니다.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setup.bat와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logs/manager-startup.log로 오류 내용을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FE9797-1400-453F-97F8-15151E6F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문의할 때 과정명·ID·제출번호·오류 문구를 전달합니다. 비밀번호는 보내지 마세요.</a:t>
            </a:r>
          </a:p>
        </p:txBody>
      </p:sp>
    </p:spTree>
    <p:extLst>
      <p:ext uri="{BB962C8B-B14F-4D97-AF65-F5344CB8AC3E}">
        <p14:creationId xmlns:p14="http://schemas.microsoft.com/office/powerpoint/2010/main" val="277490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245D5-4989-4087-B4E0-5242C4A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수강생에게 안내할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7A870-1D2F-4955-9A26-76E9222C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2AF714-F3D7-4473-8C31-C77DAE88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접속 주소와 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10F8E-2617-40F2-9755-03702D77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교육장 서버 주소, 학생 본인의 ID와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임시비밀번호를 전달합니다. 첫 로그인 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변경합니다.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66BAC-8E23-4722-BDD4-F26A3B6B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제출할 과제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11FD0-FCAE-4DF4-8DA2-D4D53206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정확한 과제 제목과 제출 파일 형식을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안내합니다. 엑셀 과제 파일도 제출할 수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DD1FD-83BF-449B-96E2-2B1BD0AF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396F44-FC08-4E34-A91F-0F60E9BB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선택 후 제출 시작을 누르고 제출번호가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나올 때까지 기다립니다. 수정본은 새 제출로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0C7D6-6B2D-4898-A35A-EAFC70A1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중단 시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C6D6D-34B4-4FA1-BB94-2F3A7C16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원본 파일을 그대로 두고 다시 로그인해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미완료 작업을 이어 올립니다. 내용이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바뀌었으면 새 제출로 시작합니다.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B6E9DD-7B16-4D0D-9F74-94A4756D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배포용 퀵가이드 2쪽에는 운영자용과 수강생용 절차를 각각 한 쪽에 정리했습니다.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419172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2026-09-08T03:26:19.7610000Z</dcterms:created>
  <dcterms:modified xsi:type="dcterms:W3CDTF">2026-09-08T03:26:19.7610000Z</dcterms:modified>
</coreProperties>
</file>